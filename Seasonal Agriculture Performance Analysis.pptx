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0" r:id="rId4"/>
    <p:sldMasterId id="214748368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fb266a377c_3_18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fb266a377c_3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fb266a377c_3_19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3fb266a377c_3_1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b266a377c_3_20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g3fb266a377c_3_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b266a377c_3_20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g3fb266a377c_3_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fb266a377c_3_2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fb266a377c_3_2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g3fb266a377c_3_2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fb266a377c_3_22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fb266a377c_3_2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fb266a377c_3_23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g3fb266a377c_3_2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b266a377c_3_23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3fb266a377c_3_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b266a377c_3_24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g3fb266a377c_3_2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fb266a377c_3_25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g3fb266a377c_3_2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fb266a377c_3_26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g3fb266a377c_3_2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fb266a377c_3_27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g3fb266a377c_3_2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fb266a377c_3_28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g3fb266a377c_3_2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fb266a377c_3_29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g3fb266a377c_3_2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fb266a377c_3_29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g3fb266a377c_3_2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70" name="Shape 70"/>
        <p:cNvGrpSpPr/>
        <p:nvPr/>
      </p:nvGrpSpPr>
      <p:grpSpPr>
        <a:xfrm>
          <a:off x="0" y="0"/>
          <a:ext cx="0" cy="0"/>
          <a:chOff x="0" y="0"/>
          <a:chExt cx="0" cy="0"/>
        </a:xfrm>
      </p:grpSpPr>
      <p:sp>
        <p:nvSpPr>
          <p:cNvPr id="71" name="Google Shape;71;p14"/>
          <p:cNvSpPr txBox="1"/>
          <p:nvPr>
            <p:ph idx="1" type="body"/>
          </p:nvPr>
        </p:nvSpPr>
        <p:spPr>
          <a:xfrm>
            <a:off x="4734653" y="3106499"/>
            <a:ext cx="3165634" cy="646123"/>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1200"/>
              <a:buNone/>
              <a:defRPr b="1" sz="1500">
                <a:solidFill>
                  <a:schemeClr val="accent4"/>
                </a:solidFill>
                <a:latin typeface="Trebuchet MS"/>
                <a:ea typeface="Trebuchet MS"/>
                <a:cs typeface="Trebuchet MS"/>
                <a:sym typeface="Trebuchet MS"/>
              </a:defRPr>
            </a:lvl1pPr>
            <a:lvl2pPr indent="-228600" lvl="1" marL="914400" algn="l">
              <a:spcBef>
                <a:spcPts val="800"/>
              </a:spcBef>
              <a:spcAft>
                <a:spcPts val="0"/>
              </a:spcAft>
              <a:buSzPts val="1200"/>
              <a:buNone/>
              <a:defRPr sz="1500"/>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72" name="Google Shape;72;p14"/>
          <p:cNvSpPr/>
          <p:nvPr/>
        </p:nvSpPr>
        <p:spPr>
          <a:xfrm>
            <a:off x="555232" y="1037107"/>
            <a:ext cx="922174" cy="794978"/>
          </a:xfrm>
          <a:prstGeom prst="hexagon">
            <a:avLst>
              <a:gd fmla="val 25000" name="adj"/>
              <a:gd fmla="val 115470" name="vf"/>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Trebuchet MS"/>
              <a:ea typeface="Trebuchet MS"/>
              <a:cs typeface="Trebuchet MS"/>
              <a:sym typeface="Trebuchet MS"/>
            </a:endParaRPr>
          </a:p>
        </p:txBody>
      </p:sp>
      <p:sp>
        <p:nvSpPr>
          <p:cNvPr id="73" name="Google Shape;73;p14"/>
          <p:cNvSpPr/>
          <p:nvPr/>
        </p:nvSpPr>
        <p:spPr>
          <a:xfrm>
            <a:off x="2816273" y="895965"/>
            <a:ext cx="1249621" cy="1077260"/>
          </a:xfrm>
          <a:prstGeom prst="hexagon">
            <a:avLst>
              <a:gd fmla="val 25000" name="adj"/>
              <a:gd fmla="val 115470" name="vf"/>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Trebuchet MS"/>
              <a:ea typeface="Trebuchet MS"/>
              <a:cs typeface="Trebuchet MS"/>
              <a:sym typeface="Trebuchet MS"/>
            </a:endParaRPr>
          </a:p>
        </p:txBody>
      </p:sp>
      <p:sp>
        <p:nvSpPr>
          <p:cNvPr id="74" name="Google Shape;74;p14"/>
          <p:cNvSpPr/>
          <p:nvPr/>
        </p:nvSpPr>
        <p:spPr>
          <a:xfrm>
            <a:off x="2853746" y="3924887"/>
            <a:ext cx="538696" cy="464393"/>
          </a:xfrm>
          <a:prstGeom prst="hexagon">
            <a:avLst>
              <a:gd fmla="val 25000" name="adj"/>
              <a:gd fmla="val 115470" name="vf"/>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Trebuchet MS"/>
              <a:ea typeface="Trebuchet MS"/>
              <a:cs typeface="Trebuchet MS"/>
              <a:sym typeface="Trebuchet MS"/>
            </a:endParaRPr>
          </a:p>
        </p:txBody>
      </p:sp>
      <p:sp>
        <p:nvSpPr>
          <p:cNvPr id="75" name="Google Shape;75;p14"/>
          <p:cNvSpPr/>
          <p:nvPr/>
        </p:nvSpPr>
        <p:spPr>
          <a:xfrm>
            <a:off x="1378379" y="825980"/>
            <a:ext cx="488710" cy="421302"/>
          </a:xfrm>
          <a:prstGeom prst="hexagon">
            <a:avLst>
              <a:gd fmla="val 25000" name="adj"/>
              <a:gd fmla="val 115470"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Trebuchet MS"/>
              <a:ea typeface="Trebuchet MS"/>
              <a:cs typeface="Trebuchet MS"/>
              <a:sym typeface="Trebuchet MS"/>
            </a:endParaRPr>
          </a:p>
        </p:txBody>
      </p:sp>
      <p:sp>
        <p:nvSpPr>
          <p:cNvPr id="76" name="Google Shape;76;p14"/>
          <p:cNvSpPr/>
          <p:nvPr>
            <p:ph idx="2" type="pic"/>
          </p:nvPr>
        </p:nvSpPr>
        <p:spPr>
          <a:xfrm>
            <a:off x="1178636" y="1435533"/>
            <a:ext cx="2995218" cy="2713386"/>
          </a:xfrm>
          <a:prstGeom prst="rect">
            <a:avLst/>
          </a:prstGeom>
          <a:noFill/>
          <a:ln>
            <a:noFill/>
          </a:ln>
        </p:spPr>
      </p:sp>
      <p:sp>
        <p:nvSpPr>
          <p:cNvPr id="77" name="Google Shape;77;p14"/>
          <p:cNvSpPr txBox="1"/>
          <p:nvPr>
            <p:ph type="title"/>
          </p:nvPr>
        </p:nvSpPr>
        <p:spPr>
          <a:xfrm>
            <a:off x="4734653" y="1537914"/>
            <a:ext cx="3749040" cy="1311737"/>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2100"/>
              <a:buFont typeface="Trebuchet MS"/>
              <a:buNone/>
              <a:defRPr sz="2100">
                <a:solidFill>
                  <a:schemeClr val="dk1"/>
                </a:solidFill>
                <a:latin typeface="Trebuchet MS"/>
                <a:ea typeface="Trebuchet MS"/>
                <a:cs typeface="Trebuchet MS"/>
                <a:sym typeface="Trebuchet MS"/>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extLst>
    <p:ext uri="{DCECCB84-F9BA-43D5-87BE-67443E8EF086}">
      <p15:sldGuideLst>
        <p15:guide id="1" orient="horz" pos="95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78" name="Shape 78"/>
        <p:cNvGrpSpPr/>
        <p:nvPr/>
      </p:nvGrpSpPr>
      <p:grpSpPr>
        <a:xfrm>
          <a:off x="0" y="0"/>
          <a:ext cx="0" cy="0"/>
          <a:chOff x="0" y="0"/>
          <a:chExt cx="0" cy="0"/>
        </a:xfrm>
      </p:grpSpPr>
      <p:sp>
        <p:nvSpPr>
          <p:cNvPr id="79" name="Google Shape;79;p15"/>
          <p:cNvSpPr txBox="1"/>
          <p:nvPr>
            <p:ph idx="1" type="body"/>
          </p:nvPr>
        </p:nvSpPr>
        <p:spPr>
          <a:xfrm>
            <a:off x="495300" y="1533525"/>
            <a:ext cx="3206353" cy="2670572"/>
          </a:xfrm>
          <a:prstGeom prst="rect">
            <a:avLst/>
          </a:prstGeom>
          <a:noFill/>
          <a:ln>
            <a:noFill/>
          </a:ln>
        </p:spPr>
        <p:txBody>
          <a:bodyPr anchorCtr="0" anchor="t" bIns="34275" lIns="68575" spcFirstLastPara="1" rIns="68575" wrap="square" tIns="34275">
            <a:normAutofit/>
          </a:bodyPr>
          <a:lstStyle>
            <a:lvl1pPr indent="-304800" lvl="0" marL="457200" algn="l">
              <a:spcBef>
                <a:spcPts val="800"/>
              </a:spcBef>
              <a:spcAft>
                <a:spcPts val="0"/>
              </a:spcAft>
              <a:buClr>
                <a:schemeClr val="accent4"/>
              </a:buClr>
              <a:buSzPts val="1200"/>
              <a:buFont typeface="Noto Sans Symbols"/>
              <a:buChar char="▪"/>
              <a:defRPr sz="1500"/>
            </a:lvl1pPr>
            <a:lvl2pPr indent="-298450" lvl="1" marL="914400" algn="l">
              <a:spcBef>
                <a:spcPts val="800"/>
              </a:spcBef>
              <a:spcAft>
                <a:spcPts val="0"/>
              </a:spcAft>
              <a:buClr>
                <a:schemeClr val="accent4"/>
              </a:buClr>
              <a:buSzPts val="1100"/>
              <a:buFont typeface="Noto Sans Symbols"/>
              <a:buChar char="▪"/>
              <a:defRPr sz="1400"/>
            </a:lvl2pPr>
            <a:lvl3pPr indent="-292100" lvl="2" marL="1371600" algn="l">
              <a:spcBef>
                <a:spcPts val="800"/>
              </a:spcBef>
              <a:spcAft>
                <a:spcPts val="0"/>
              </a:spcAft>
              <a:buClr>
                <a:schemeClr val="accent4"/>
              </a:buClr>
              <a:buSzPts val="1000"/>
              <a:buFont typeface="Noto Sans Symbols"/>
              <a:buChar char="▪"/>
              <a:defRPr sz="1200"/>
            </a:lvl3pPr>
            <a:lvl4pPr indent="-292100" lvl="3" marL="1828800" algn="l">
              <a:spcBef>
                <a:spcPts val="800"/>
              </a:spcBef>
              <a:spcAft>
                <a:spcPts val="0"/>
              </a:spcAft>
              <a:buClr>
                <a:schemeClr val="accent4"/>
              </a:buClr>
              <a:buSzPts val="1000"/>
              <a:buFont typeface="Noto Sans Symbols"/>
              <a:buChar char="▪"/>
              <a:defRPr sz="1200"/>
            </a:lvl4pPr>
            <a:lvl5pPr indent="-292100" lvl="4" marL="2286000" algn="l">
              <a:spcBef>
                <a:spcPts val="800"/>
              </a:spcBef>
              <a:spcAft>
                <a:spcPts val="0"/>
              </a:spcAft>
              <a:buClr>
                <a:schemeClr val="accent4"/>
              </a:buClr>
              <a:buSzPts val="1000"/>
              <a:buFont typeface="Noto Sans Symbols"/>
              <a:buChar char="▪"/>
              <a:defRPr sz="1200"/>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80" name="Google Shape;80;p15"/>
          <p:cNvSpPr/>
          <p:nvPr/>
        </p:nvSpPr>
        <p:spPr>
          <a:xfrm>
            <a:off x="7015843" y="4022990"/>
            <a:ext cx="342900" cy="342900"/>
          </a:xfrm>
          <a:prstGeom prst="rect">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rebuchet MS"/>
              <a:ea typeface="Trebuchet MS"/>
              <a:cs typeface="Trebuchet MS"/>
              <a:sym typeface="Trebuchet MS"/>
            </a:endParaRPr>
          </a:p>
        </p:txBody>
      </p:sp>
      <p:sp>
        <p:nvSpPr>
          <p:cNvPr id="81" name="Google Shape;81;p15"/>
          <p:cNvSpPr/>
          <p:nvPr/>
        </p:nvSpPr>
        <p:spPr>
          <a:xfrm>
            <a:off x="5019593" y="1274917"/>
            <a:ext cx="239812" cy="239812"/>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rebuchet MS"/>
              <a:ea typeface="Trebuchet MS"/>
              <a:cs typeface="Trebuchet MS"/>
              <a:sym typeface="Trebuchet MS"/>
            </a:endParaRPr>
          </a:p>
        </p:txBody>
      </p:sp>
      <p:sp>
        <p:nvSpPr>
          <p:cNvPr id="82" name="Google Shape;82;p15"/>
          <p:cNvSpPr/>
          <p:nvPr/>
        </p:nvSpPr>
        <p:spPr>
          <a:xfrm>
            <a:off x="7015843" y="4423304"/>
            <a:ext cx="134983" cy="134983"/>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rebuchet MS"/>
              <a:ea typeface="Trebuchet MS"/>
              <a:cs typeface="Trebuchet MS"/>
              <a:sym typeface="Trebuchet MS"/>
            </a:endParaRPr>
          </a:p>
        </p:txBody>
      </p:sp>
      <p:sp>
        <p:nvSpPr>
          <p:cNvPr id="83" name="Google Shape;83;p15"/>
          <p:cNvSpPr/>
          <p:nvPr>
            <p:ph idx="2" type="pic"/>
          </p:nvPr>
        </p:nvSpPr>
        <p:spPr>
          <a:xfrm>
            <a:off x="5317670" y="589636"/>
            <a:ext cx="3331029" cy="4044777"/>
          </a:xfrm>
          <a:prstGeom prst="rect">
            <a:avLst/>
          </a:prstGeom>
          <a:noFill/>
          <a:ln>
            <a:noFill/>
          </a:ln>
        </p:spPr>
      </p:sp>
      <p:sp>
        <p:nvSpPr>
          <p:cNvPr id="84" name="Google Shape;84;p15"/>
          <p:cNvSpPr txBox="1"/>
          <p:nvPr>
            <p:ph type="title"/>
          </p:nvPr>
        </p:nvSpPr>
        <p:spPr>
          <a:xfrm>
            <a:off x="495300" y="603910"/>
            <a:ext cx="3206353" cy="623248"/>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600"/>
              <a:buFont typeface="Trebuchet MS"/>
              <a:buNone/>
              <a:defRPr b="1" sz="3600">
                <a:solidFill>
                  <a:schemeClr val="dk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extLst>
    <p:ext uri="{DCECCB84-F9BA-43D5-87BE-67443E8EF086}">
      <p15:sldGuideLst>
        <p15:guide id="1" orient="horz" pos="378">
          <p15:clr>
            <a:srgbClr val="FBAE40"/>
          </p15:clr>
        </p15:guide>
        <p15:guide id="2" pos="2880">
          <p15:clr>
            <a:srgbClr val="FBAE40"/>
          </p15:clr>
        </p15:guide>
        <p15:guide id="3" orient="horz" pos="106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85" name="Shape 85"/>
        <p:cNvGrpSpPr/>
        <p:nvPr/>
      </p:nvGrpSpPr>
      <p:grpSpPr>
        <a:xfrm>
          <a:off x="0" y="0"/>
          <a:ext cx="0" cy="0"/>
          <a:chOff x="0" y="0"/>
          <a:chExt cx="0" cy="0"/>
        </a:xfrm>
      </p:grpSpPr>
      <p:sp>
        <p:nvSpPr>
          <p:cNvPr id="86" name="Google Shape;86;p16"/>
          <p:cNvSpPr/>
          <p:nvPr/>
        </p:nvSpPr>
        <p:spPr>
          <a:xfrm>
            <a:off x="5522119" y="332447"/>
            <a:ext cx="271463" cy="271463"/>
          </a:xfrm>
          <a:prstGeom prst="ellipse">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accent5"/>
              </a:solidFill>
              <a:latin typeface="Trebuchet MS"/>
              <a:ea typeface="Trebuchet MS"/>
              <a:cs typeface="Trebuchet MS"/>
              <a:sym typeface="Trebuchet MS"/>
            </a:endParaRPr>
          </a:p>
        </p:txBody>
      </p:sp>
      <p:sp>
        <p:nvSpPr>
          <p:cNvPr id="87" name="Google Shape;87;p16"/>
          <p:cNvSpPr/>
          <p:nvPr/>
        </p:nvSpPr>
        <p:spPr>
          <a:xfrm>
            <a:off x="8255435" y="4204496"/>
            <a:ext cx="490670" cy="49067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accent5"/>
              </a:solidFill>
              <a:latin typeface="Trebuchet MS"/>
              <a:ea typeface="Trebuchet MS"/>
              <a:cs typeface="Trebuchet MS"/>
              <a:sym typeface="Trebuchet MS"/>
            </a:endParaRPr>
          </a:p>
        </p:txBody>
      </p:sp>
      <p:sp>
        <p:nvSpPr>
          <p:cNvPr id="88" name="Google Shape;88;p16"/>
          <p:cNvSpPr/>
          <p:nvPr/>
        </p:nvSpPr>
        <p:spPr>
          <a:xfrm>
            <a:off x="8012843" y="4599329"/>
            <a:ext cx="188364" cy="188364"/>
          </a:xfrm>
          <a:prstGeom prst="ellipse">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accent5"/>
              </a:solidFill>
              <a:latin typeface="Trebuchet MS"/>
              <a:ea typeface="Trebuchet MS"/>
              <a:cs typeface="Trebuchet MS"/>
              <a:sym typeface="Trebuchet MS"/>
            </a:endParaRPr>
          </a:p>
        </p:txBody>
      </p:sp>
      <p:sp>
        <p:nvSpPr>
          <p:cNvPr id="89" name="Google Shape;89;p16"/>
          <p:cNvSpPr/>
          <p:nvPr>
            <p:ph idx="2" type="pic"/>
          </p:nvPr>
        </p:nvSpPr>
        <p:spPr>
          <a:xfrm>
            <a:off x="4300062" y="468179"/>
            <a:ext cx="4391815" cy="4223678"/>
          </a:xfrm>
          <a:prstGeom prst="rect">
            <a:avLst/>
          </a:prstGeom>
          <a:noFill/>
          <a:ln>
            <a:noFill/>
          </a:ln>
        </p:spPr>
      </p:sp>
      <p:sp>
        <p:nvSpPr>
          <p:cNvPr id="90" name="Google Shape;90;p16"/>
          <p:cNvSpPr txBox="1"/>
          <p:nvPr>
            <p:ph idx="1" type="body"/>
          </p:nvPr>
        </p:nvSpPr>
        <p:spPr>
          <a:xfrm>
            <a:off x="495300" y="1533525"/>
            <a:ext cx="3206353" cy="2670572"/>
          </a:xfrm>
          <a:prstGeom prst="rect">
            <a:avLst/>
          </a:prstGeom>
          <a:noFill/>
          <a:ln>
            <a:noFill/>
          </a:ln>
        </p:spPr>
        <p:txBody>
          <a:bodyPr anchorCtr="0" anchor="t" bIns="34275" lIns="68575" spcFirstLastPara="1" rIns="68575" wrap="square" tIns="34275">
            <a:normAutofit/>
          </a:bodyPr>
          <a:lstStyle>
            <a:lvl1pPr indent="-304800" lvl="0" marL="457200" algn="l">
              <a:lnSpc>
                <a:spcPct val="150000"/>
              </a:lnSpc>
              <a:spcBef>
                <a:spcPts val="800"/>
              </a:spcBef>
              <a:spcAft>
                <a:spcPts val="0"/>
              </a:spcAft>
              <a:buClr>
                <a:schemeClr val="accent4"/>
              </a:buClr>
              <a:buSzPts val="1200"/>
              <a:buFont typeface="Noto Sans Symbols"/>
              <a:buChar char="▪"/>
              <a:defRPr sz="1500"/>
            </a:lvl1pPr>
            <a:lvl2pPr indent="-304800" lvl="1" marL="914400" algn="l">
              <a:spcBef>
                <a:spcPts val="800"/>
              </a:spcBef>
              <a:spcAft>
                <a:spcPts val="0"/>
              </a:spcAft>
              <a:buClr>
                <a:schemeClr val="accent4"/>
              </a:buClr>
              <a:buSzPts val="1200"/>
              <a:buFont typeface="Noto Sans Symbols"/>
              <a:buChar char="▪"/>
              <a:defRPr sz="1500"/>
            </a:lvl2pPr>
            <a:lvl3pPr indent="-298450" lvl="2" marL="1371600" algn="l">
              <a:spcBef>
                <a:spcPts val="800"/>
              </a:spcBef>
              <a:spcAft>
                <a:spcPts val="0"/>
              </a:spcAft>
              <a:buClr>
                <a:schemeClr val="accent4"/>
              </a:buClr>
              <a:buSzPts val="1100"/>
              <a:buFont typeface="Noto Sans Symbols"/>
              <a:buChar char="▪"/>
              <a:defRPr sz="1400"/>
            </a:lvl3pPr>
            <a:lvl4pPr indent="-298450" lvl="3" marL="1828800" algn="l">
              <a:spcBef>
                <a:spcPts val="800"/>
              </a:spcBef>
              <a:spcAft>
                <a:spcPts val="0"/>
              </a:spcAft>
              <a:buClr>
                <a:schemeClr val="accent4"/>
              </a:buClr>
              <a:buSzPts val="1100"/>
              <a:buFont typeface="Noto Sans Symbols"/>
              <a:buChar char="▪"/>
              <a:defRPr sz="1400"/>
            </a:lvl4pPr>
            <a:lvl5pPr indent="-298450" lvl="4" marL="2286000" algn="l">
              <a:spcBef>
                <a:spcPts val="800"/>
              </a:spcBef>
              <a:spcAft>
                <a:spcPts val="0"/>
              </a:spcAft>
              <a:buClr>
                <a:schemeClr val="accent4"/>
              </a:buClr>
              <a:buSzPts val="1100"/>
              <a:buFont typeface="Noto Sans Symbols"/>
              <a:buChar char="▪"/>
              <a:defRPr sz="1400"/>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91" name="Google Shape;91;p16"/>
          <p:cNvSpPr txBox="1"/>
          <p:nvPr>
            <p:ph type="title"/>
          </p:nvPr>
        </p:nvSpPr>
        <p:spPr>
          <a:xfrm>
            <a:off x="495300" y="603910"/>
            <a:ext cx="3206353" cy="623248"/>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600"/>
              <a:buFont typeface="Trebuchet MS"/>
              <a:buNone/>
              <a:defRPr b="1" sz="3600">
                <a:solidFill>
                  <a:schemeClr val="dk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extLst>
    <p:ext uri="{DCECCB84-F9BA-43D5-87BE-67443E8EF086}">
      <p15:sldGuideLst>
        <p15:guide id="1" orient="horz" pos="16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92" name="Shape 92"/>
        <p:cNvGrpSpPr/>
        <p:nvPr/>
      </p:nvGrpSpPr>
      <p:grpSpPr>
        <a:xfrm>
          <a:off x="0" y="0"/>
          <a:ext cx="0" cy="0"/>
          <a:chOff x="0" y="0"/>
          <a:chExt cx="0" cy="0"/>
        </a:xfrm>
      </p:grpSpPr>
      <p:sp>
        <p:nvSpPr>
          <p:cNvPr id="93" name="Google Shape;93;p17"/>
          <p:cNvSpPr/>
          <p:nvPr>
            <p:ph idx="2" type="pic"/>
          </p:nvPr>
        </p:nvSpPr>
        <p:spPr>
          <a:xfrm>
            <a:off x="4015131" y="1916663"/>
            <a:ext cx="1113739" cy="960120"/>
          </a:xfrm>
          <a:prstGeom prst="rect">
            <a:avLst/>
          </a:prstGeom>
          <a:noFill/>
          <a:ln>
            <a:noFill/>
          </a:ln>
        </p:spPr>
      </p:sp>
      <p:sp>
        <p:nvSpPr>
          <p:cNvPr id="94" name="Google Shape;94;p17"/>
          <p:cNvSpPr/>
          <p:nvPr>
            <p:ph idx="3" type="pic"/>
          </p:nvPr>
        </p:nvSpPr>
        <p:spPr>
          <a:xfrm>
            <a:off x="2336941" y="1916663"/>
            <a:ext cx="1113739" cy="960120"/>
          </a:xfrm>
          <a:prstGeom prst="rect">
            <a:avLst/>
          </a:prstGeom>
          <a:noFill/>
          <a:ln>
            <a:noFill/>
          </a:ln>
        </p:spPr>
      </p:sp>
      <p:sp>
        <p:nvSpPr>
          <p:cNvPr id="95" name="Google Shape;95;p17"/>
          <p:cNvSpPr/>
          <p:nvPr>
            <p:ph idx="4" type="pic"/>
          </p:nvPr>
        </p:nvSpPr>
        <p:spPr>
          <a:xfrm>
            <a:off x="5701849" y="1916663"/>
            <a:ext cx="1113739" cy="960120"/>
          </a:xfrm>
          <a:prstGeom prst="rect">
            <a:avLst/>
          </a:prstGeom>
          <a:noFill/>
          <a:ln>
            <a:noFill/>
          </a:ln>
        </p:spPr>
      </p:sp>
      <p:sp>
        <p:nvSpPr>
          <p:cNvPr id="96" name="Google Shape;96;p17"/>
          <p:cNvSpPr/>
          <p:nvPr>
            <p:ph idx="5" type="pic"/>
          </p:nvPr>
        </p:nvSpPr>
        <p:spPr>
          <a:xfrm>
            <a:off x="7380038" y="1916663"/>
            <a:ext cx="1113739" cy="960120"/>
          </a:xfrm>
          <a:prstGeom prst="rect">
            <a:avLst/>
          </a:prstGeom>
          <a:noFill/>
          <a:ln>
            <a:noFill/>
          </a:ln>
        </p:spPr>
      </p:sp>
      <p:sp>
        <p:nvSpPr>
          <p:cNvPr id="97" name="Google Shape;97;p17"/>
          <p:cNvSpPr txBox="1"/>
          <p:nvPr>
            <p:ph type="title"/>
          </p:nvPr>
        </p:nvSpPr>
        <p:spPr>
          <a:xfrm>
            <a:off x="324000" y="485775"/>
            <a:ext cx="8505000" cy="525086"/>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accent1"/>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17"/>
          <p:cNvSpPr/>
          <p:nvPr/>
        </p:nvSpPr>
        <p:spPr>
          <a:xfrm>
            <a:off x="410002" y="2600666"/>
            <a:ext cx="343701" cy="296294"/>
          </a:xfrm>
          <a:prstGeom prst="hexagon">
            <a:avLst>
              <a:gd fmla="val 25000" name="adj"/>
              <a:gd fmla="val 115470" name="vf"/>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rebuchet MS"/>
              <a:ea typeface="Trebuchet MS"/>
              <a:cs typeface="Trebuchet MS"/>
              <a:sym typeface="Trebuchet MS"/>
            </a:endParaRPr>
          </a:p>
        </p:txBody>
      </p:sp>
      <p:sp>
        <p:nvSpPr>
          <p:cNvPr id="99" name="Google Shape;99;p17"/>
          <p:cNvSpPr/>
          <p:nvPr/>
        </p:nvSpPr>
        <p:spPr>
          <a:xfrm>
            <a:off x="8335003" y="1796042"/>
            <a:ext cx="268793" cy="231718"/>
          </a:xfrm>
          <a:prstGeom prst="hexagon">
            <a:avLst>
              <a:gd fmla="val 25000" name="adj"/>
              <a:gd fmla="val 115470" name="vf"/>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rebuchet MS"/>
              <a:ea typeface="Trebuchet MS"/>
              <a:cs typeface="Trebuchet MS"/>
              <a:sym typeface="Trebuchet MS"/>
            </a:endParaRPr>
          </a:p>
        </p:txBody>
      </p:sp>
      <p:sp>
        <p:nvSpPr>
          <p:cNvPr id="100" name="Google Shape;100;p17"/>
          <p:cNvSpPr/>
          <p:nvPr/>
        </p:nvSpPr>
        <p:spPr>
          <a:xfrm>
            <a:off x="8161987" y="1651652"/>
            <a:ext cx="173016" cy="149152"/>
          </a:xfrm>
          <a:prstGeom prst="hexagon">
            <a:avLst>
              <a:gd fmla="val 25000" name="adj"/>
              <a:gd fmla="val 115470" name="vf"/>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rebuchet MS"/>
              <a:ea typeface="Trebuchet MS"/>
              <a:cs typeface="Trebuchet MS"/>
              <a:sym typeface="Trebuchet MS"/>
            </a:endParaRPr>
          </a:p>
        </p:txBody>
      </p:sp>
      <p:sp>
        <p:nvSpPr>
          <p:cNvPr id="101" name="Google Shape;101;p17"/>
          <p:cNvSpPr txBox="1"/>
          <p:nvPr>
            <p:ph idx="1" type="body"/>
          </p:nvPr>
        </p:nvSpPr>
        <p:spPr>
          <a:xfrm>
            <a:off x="410001" y="3129571"/>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200"/>
              <a:buNone/>
              <a:defRPr b="1" sz="1500">
                <a:solidFill>
                  <a:schemeClr val="accent4"/>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02" name="Google Shape;102;p17"/>
          <p:cNvSpPr txBox="1"/>
          <p:nvPr>
            <p:ph idx="6" type="body"/>
          </p:nvPr>
        </p:nvSpPr>
        <p:spPr>
          <a:xfrm>
            <a:off x="417519" y="3441194"/>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000"/>
              <a:buNone/>
              <a:defRPr sz="1200">
                <a:solidFill>
                  <a:schemeClr val="dk1"/>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03" name="Google Shape;103;p17"/>
          <p:cNvSpPr txBox="1"/>
          <p:nvPr>
            <p:ph idx="7" type="body"/>
          </p:nvPr>
        </p:nvSpPr>
        <p:spPr>
          <a:xfrm>
            <a:off x="2092112" y="3129571"/>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200"/>
              <a:buNone/>
              <a:defRPr b="1" sz="1500">
                <a:solidFill>
                  <a:schemeClr val="accent4"/>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04" name="Google Shape;104;p17"/>
          <p:cNvSpPr txBox="1"/>
          <p:nvPr>
            <p:ph idx="8" type="body"/>
          </p:nvPr>
        </p:nvSpPr>
        <p:spPr>
          <a:xfrm>
            <a:off x="2092112" y="3441194"/>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000"/>
              <a:buNone/>
              <a:defRPr sz="1200">
                <a:solidFill>
                  <a:schemeClr val="dk1"/>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05" name="Google Shape;105;p17"/>
          <p:cNvSpPr txBox="1"/>
          <p:nvPr>
            <p:ph idx="9" type="body"/>
          </p:nvPr>
        </p:nvSpPr>
        <p:spPr>
          <a:xfrm>
            <a:off x="3774222" y="3129571"/>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200"/>
              <a:buNone/>
              <a:defRPr b="1" sz="1500">
                <a:solidFill>
                  <a:schemeClr val="accent4"/>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06" name="Google Shape;106;p17"/>
          <p:cNvSpPr txBox="1"/>
          <p:nvPr>
            <p:ph idx="13" type="body"/>
          </p:nvPr>
        </p:nvSpPr>
        <p:spPr>
          <a:xfrm>
            <a:off x="3771901" y="3441194"/>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000"/>
              <a:buNone/>
              <a:defRPr sz="1200">
                <a:solidFill>
                  <a:schemeClr val="dk1"/>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07" name="Google Shape;107;p17"/>
          <p:cNvSpPr txBox="1"/>
          <p:nvPr>
            <p:ph idx="14" type="body"/>
          </p:nvPr>
        </p:nvSpPr>
        <p:spPr>
          <a:xfrm>
            <a:off x="5456333" y="3129571"/>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200"/>
              <a:buNone/>
              <a:defRPr b="1" sz="1500">
                <a:solidFill>
                  <a:schemeClr val="accent4"/>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08" name="Google Shape;108;p17"/>
          <p:cNvSpPr txBox="1"/>
          <p:nvPr>
            <p:ph idx="15" type="body"/>
          </p:nvPr>
        </p:nvSpPr>
        <p:spPr>
          <a:xfrm>
            <a:off x="5456333" y="3441194"/>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000"/>
              <a:buNone/>
              <a:defRPr sz="1200">
                <a:solidFill>
                  <a:schemeClr val="dk1"/>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09" name="Google Shape;109;p17"/>
          <p:cNvSpPr txBox="1"/>
          <p:nvPr>
            <p:ph idx="16" type="body"/>
          </p:nvPr>
        </p:nvSpPr>
        <p:spPr>
          <a:xfrm>
            <a:off x="7138442" y="3129571"/>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200"/>
              <a:buNone/>
              <a:defRPr b="1" sz="1500">
                <a:solidFill>
                  <a:schemeClr val="accent4"/>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10" name="Google Shape;110;p17"/>
          <p:cNvSpPr txBox="1"/>
          <p:nvPr>
            <p:ph idx="17" type="body"/>
          </p:nvPr>
        </p:nvSpPr>
        <p:spPr>
          <a:xfrm>
            <a:off x="7138442" y="3441194"/>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000"/>
              <a:buNone/>
              <a:defRPr sz="1200">
                <a:solidFill>
                  <a:schemeClr val="dk1"/>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11" name="Google Shape;111;p17"/>
          <p:cNvSpPr/>
          <p:nvPr>
            <p:ph idx="18" type="pic"/>
          </p:nvPr>
        </p:nvSpPr>
        <p:spPr>
          <a:xfrm>
            <a:off x="658753" y="1916663"/>
            <a:ext cx="1113739" cy="960120"/>
          </a:xfrm>
          <a:prstGeom prst="rect">
            <a:avLst/>
          </a:prstGeom>
          <a:no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12" name="Shape 112"/>
        <p:cNvGrpSpPr/>
        <p:nvPr/>
      </p:nvGrpSpPr>
      <p:grpSpPr>
        <a:xfrm>
          <a:off x="0" y="0"/>
          <a:ext cx="0" cy="0"/>
          <a:chOff x="0" y="0"/>
          <a:chExt cx="0" cy="0"/>
        </a:xfrm>
      </p:grpSpPr>
      <p:grpSp>
        <p:nvGrpSpPr>
          <p:cNvPr id="113" name="Google Shape;113;p18"/>
          <p:cNvGrpSpPr/>
          <p:nvPr/>
        </p:nvGrpSpPr>
        <p:grpSpPr>
          <a:xfrm>
            <a:off x="0" y="-6350"/>
            <a:ext cx="9144000" cy="5149850"/>
            <a:chOff x="0" y="-8467"/>
            <a:chExt cx="12192000" cy="6866467"/>
          </a:xfrm>
        </p:grpSpPr>
        <p:sp>
          <p:nvSpPr>
            <p:cNvPr id="114" name="Google Shape;114;p18"/>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115" name="Google Shape;115;p18"/>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116" name="Google Shape;116;p18"/>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117" name="Google Shape;117;p18"/>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18" name="Google Shape;118;p18"/>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9" name="Google Shape;119;p18"/>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0" name="Google Shape;120;p18"/>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21" name="Google Shape;121;p18"/>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22" name="Google Shape;122;p18"/>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23" name="Google Shape;123;p18"/>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sp>
        <p:nvSpPr>
          <p:cNvPr id="124" name="Google Shape;124;p18"/>
          <p:cNvSpPr txBox="1"/>
          <p:nvPr>
            <p:ph type="ctrTitle"/>
          </p:nvPr>
        </p:nvSpPr>
        <p:spPr>
          <a:xfrm>
            <a:off x="1130300" y="1803400"/>
            <a:ext cx="5825202" cy="1234727"/>
          </a:xfrm>
          <a:prstGeom prst="rect">
            <a:avLst/>
          </a:prstGeom>
          <a:noFill/>
          <a:ln>
            <a:noFill/>
          </a:ln>
        </p:spPr>
        <p:txBody>
          <a:bodyPr anchorCtr="0" anchor="b" bIns="34275" lIns="68575" spcFirstLastPara="1" rIns="68575" wrap="square" tIns="34275">
            <a:noAutofit/>
          </a:bodyPr>
          <a:lstStyle>
            <a:lvl1pPr lvl="0" algn="r">
              <a:spcBef>
                <a:spcPts val="0"/>
              </a:spcBef>
              <a:spcAft>
                <a:spcPts val="0"/>
              </a:spcAft>
              <a:buClr>
                <a:schemeClr val="accent1"/>
              </a:buClr>
              <a:buSzPts val="4100"/>
              <a:buFont typeface="Trebuchet MS"/>
              <a:buNone/>
              <a:defRPr sz="4100">
                <a:solidFill>
                  <a:schemeClr val="accen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18"/>
          <p:cNvSpPr txBox="1"/>
          <p:nvPr>
            <p:ph idx="1" type="subTitle"/>
          </p:nvPr>
        </p:nvSpPr>
        <p:spPr>
          <a:xfrm>
            <a:off x="1130300" y="3038125"/>
            <a:ext cx="5825202" cy="822674"/>
          </a:xfrm>
          <a:prstGeom prst="rect">
            <a:avLst/>
          </a:prstGeom>
          <a:noFill/>
          <a:ln>
            <a:noFill/>
          </a:ln>
        </p:spPr>
        <p:txBody>
          <a:bodyPr anchorCtr="0" anchor="t" bIns="34275" lIns="68575" spcFirstLastPara="1" rIns="68575" wrap="square" tIns="34275">
            <a:normAutofit/>
          </a:bodyPr>
          <a:lstStyle>
            <a:lvl1pPr lvl="0" algn="r">
              <a:spcBef>
                <a:spcPts val="800"/>
              </a:spcBef>
              <a:spcAft>
                <a:spcPts val="0"/>
              </a:spcAft>
              <a:buSzPts val="1100"/>
              <a:buNone/>
              <a:defRPr>
                <a:solidFill>
                  <a:srgbClr val="7F7F7F"/>
                </a:solidFill>
              </a:defRPr>
            </a:lvl1pPr>
            <a:lvl2pPr lvl="1" algn="ctr">
              <a:spcBef>
                <a:spcPts val="800"/>
              </a:spcBef>
              <a:spcAft>
                <a:spcPts val="0"/>
              </a:spcAft>
              <a:buSzPts val="1000"/>
              <a:buNone/>
              <a:defRPr>
                <a:solidFill>
                  <a:srgbClr val="888888"/>
                </a:solidFill>
              </a:defRPr>
            </a:lvl2pPr>
            <a:lvl3pPr lvl="2" algn="ctr">
              <a:spcBef>
                <a:spcPts val="800"/>
              </a:spcBef>
              <a:spcAft>
                <a:spcPts val="0"/>
              </a:spcAft>
              <a:buSzPts val="800"/>
              <a:buNone/>
              <a:defRPr>
                <a:solidFill>
                  <a:srgbClr val="888888"/>
                </a:solidFill>
              </a:defRPr>
            </a:lvl3pPr>
            <a:lvl4pPr lvl="3" algn="ctr">
              <a:spcBef>
                <a:spcPts val="800"/>
              </a:spcBef>
              <a:spcAft>
                <a:spcPts val="0"/>
              </a:spcAft>
              <a:buSzPts val="700"/>
              <a:buNone/>
              <a:defRPr>
                <a:solidFill>
                  <a:srgbClr val="888888"/>
                </a:solidFill>
              </a:defRPr>
            </a:lvl4pPr>
            <a:lvl5pPr lvl="4" algn="ctr">
              <a:spcBef>
                <a:spcPts val="800"/>
              </a:spcBef>
              <a:spcAft>
                <a:spcPts val="0"/>
              </a:spcAft>
              <a:buSzPts val="700"/>
              <a:buNone/>
              <a:defRPr>
                <a:solidFill>
                  <a:srgbClr val="888888"/>
                </a:solidFill>
              </a:defRPr>
            </a:lvl5pPr>
            <a:lvl6pPr lvl="5" algn="ctr">
              <a:spcBef>
                <a:spcPts val="800"/>
              </a:spcBef>
              <a:spcAft>
                <a:spcPts val="0"/>
              </a:spcAft>
              <a:buSzPts val="700"/>
              <a:buNone/>
              <a:defRPr>
                <a:solidFill>
                  <a:srgbClr val="888888"/>
                </a:solidFill>
              </a:defRPr>
            </a:lvl6pPr>
            <a:lvl7pPr lvl="6" algn="ctr">
              <a:spcBef>
                <a:spcPts val="800"/>
              </a:spcBef>
              <a:spcAft>
                <a:spcPts val="0"/>
              </a:spcAft>
              <a:buSzPts val="700"/>
              <a:buNone/>
              <a:defRPr>
                <a:solidFill>
                  <a:srgbClr val="888888"/>
                </a:solidFill>
              </a:defRPr>
            </a:lvl7pPr>
            <a:lvl8pPr lvl="7" algn="ctr">
              <a:spcBef>
                <a:spcPts val="800"/>
              </a:spcBef>
              <a:spcAft>
                <a:spcPts val="0"/>
              </a:spcAft>
              <a:buSzPts val="700"/>
              <a:buNone/>
              <a:defRPr>
                <a:solidFill>
                  <a:srgbClr val="888888"/>
                </a:solidFill>
              </a:defRPr>
            </a:lvl8pPr>
            <a:lvl9pPr lvl="8" algn="ctr">
              <a:spcBef>
                <a:spcPts val="800"/>
              </a:spcBef>
              <a:spcAft>
                <a:spcPts val="0"/>
              </a:spcAft>
              <a:buSzPts val="700"/>
              <a:buNone/>
              <a:defRPr>
                <a:solidFill>
                  <a:srgbClr val="888888"/>
                </a:solidFill>
              </a:defRPr>
            </a:lvl9pPr>
          </a:lstStyle>
          <a:p/>
        </p:txBody>
      </p:sp>
      <p:sp>
        <p:nvSpPr>
          <p:cNvPr id="126" name="Google Shape;126;p18"/>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7" name="Google Shape;127;p18"/>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8" name="Google Shape;128;p18"/>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9" name="Shape 129"/>
        <p:cNvGrpSpPr/>
        <p:nvPr/>
      </p:nvGrpSpPr>
      <p:grpSpPr>
        <a:xfrm>
          <a:off x="0" y="0"/>
          <a:ext cx="0" cy="0"/>
          <a:chOff x="0" y="0"/>
          <a:chExt cx="0" cy="0"/>
        </a:xfrm>
      </p:grpSpPr>
      <p:sp>
        <p:nvSpPr>
          <p:cNvPr id="130" name="Google Shape;130;p19"/>
          <p:cNvSpPr txBox="1"/>
          <p:nvPr>
            <p:ph type="title"/>
          </p:nvPr>
        </p:nvSpPr>
        <p:spPr>
          <a:xfrm>
            <a:off x="508000" y="457200"/>
            <a:ext cx="6447501" cy="9906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accent1"/>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1" name="Google Shape;131;p19"/>
          <p:cNvSpPr txBox="1"/>
          <p:nvPr>
            <p:ph idx="1" type="body"/>
          </p:nvPr>
        </p:nvSpPr>
        <p:spPr>
          <a:xfrm>
            <a:off x="508000" y="1620442"/>
            <a:ext cx="6447501" cy="2910580"/>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32" name="Google Shape;132;p19"/>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3" name="Google Shape;133;p19"/>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4" name="Google Shape;134;p19"/>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5" name="Shape 135"/>
        <p:cNvGrpSpPr/>
        <p:nvPr/>
      </p:nvGrpSpPr>
      <p:grpSpPr>
        <a:xfrm>
          <a:off x="0" y="0"/>
          <a:ext cx="0" cy="0"/>
          <a:chOff x="0" y="0"/>
          <a:chExt cx="0" cy="0"/>
        </a:xfrm>
      </p:grpSpPr>
      <p:sp>
        <p:nvSpPr>
          <p:cNvPr id="136" name="Google Shape;136;p20"/>
          <p:cNvSpPr txBox="1"/>
          <p:nvPr>
            <p:ph type="title"/>
          </p:nvPr>
        </p:nvSpPr>
        <p:spPr>
          <a:xfrm>
            <a:off x="508001" y="2025650"/>
            <a:ext cx="6447501" cy="1369936"/>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accent1"/>
              </a:buClr>
              <a:buSzPts val="3000"/>
              <a:buFont typeface="Trebuchet MS"/>
              <a:buNone/>
              <a:defRPr b="0" sz="30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7" name="Google Shape;137;p20"/>
          <p:cNvSpPr txBox="1"/>
          <p:nvPr>
            <p:ph idx="1" type="body"/>
          </p:nvPr>
        </p:nvSpPr>
        <p:spPr>
          <a:xfrm>
            <a:off x="508001" y="3395586"/>
            <a:ext cx="6447501" cy="645300"/>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1200"/>
              <a:buNone/>
              <a:defRPr sz="1500">
                <a:solidFill>
                  <a:srgbClr val="7F7F7F"/>
                </a:solidFill>
              </a:defRPr>
            </a:lvl1pPr>
            <a:lvl2pPr indent="-228600" lvl="1" marL="914400" algn="l">
              <a:spcBef>
                <a:spcPts val="800"/>
              </a:spcBef>
              <a:spcAft>
                <a:spcPts val="0"/>
              </a:spcAft>
              <a:buSzPts val="1100"/>
              <a:buNone/>
              <a:defRPr sz="1400">
                <a:solidFill>
                  <a:srgbClr val="888888"/>
                </a:solidFill>
              </a:defRPr>
            </a:lvl2pPr>
            <a:lvl3pPr indent="-228600" lvl="2" marL="1371600" algn="l">
              <a:spcBef>
                <a:spcPts val="800"/>
              </a:spcBef>
              <a:spcAft>
                <a:spcPts val="0"/>
              </a:spcAft>
              <a:buSzPts val="1000"/>
              <a:buNone/>
              <a:defRPr sz="1200">
                <a:solidFill>
                  <a:srgbClr val="888888"/>
                </a:solidFill>
              </a:defRPr>
            </a:lvl3pPr>
            <a:lvl4pPr indent="-228600" lvl="3" marL="1828800" algn="l">
              <a:spcBef>
                <a:spcPts val="800"/>
              </a:spcBef>
              <a:spcAft>
                <a:spcPts val="0"/>
              </a:spcAft>
              <a:buSzPts val="800"/>
              <a:buNone/>
              <a:defRPr sz="1100">
                <a:solidFill>
                  <a:srgbClr val="888888"/>
                </a:solidFill>
              </a:defRPr>
            </a:lvl4pPr>
            <a:lvl5pPr indent="-228600" lvl="4" marL="2286000" algn="l">
              <a:spcBef>
                <a:spcPts val="800"/>
              </a:spcBef>
              <a:spcAft>
                <a:spcPts val="0"/>
              </a:spcAft>
              <a:buSzPts val="800"/>
              <a:buNone/>
              <a:defRPr sz="1100">
                <a:solidFill>
                  <a:srgbClr val="888888"/>
                </a:solidFill>
              </a:defRPr>
            </a:lvl5pPr>
            <a:lvl6pPr indent="-228600" lvl="5" marL="2743200" algn="l">
              <a:spcBef>
                <a:spcPts val="800"/>
              </a:spcBef>
              <a:spcAft>
                <a:spcPts val="0"/>
              </a:spcAft>
              <a:buSzPts val="800"/>
              <a:buNone/>
              <a:defRPr sz="1100">
                <a:solidFill>
                  <a:srgbClr val="888888"/>
                </a:solidFill>
              </a:defRPr>
            </a:lvl6pPr>
            <a:lvl7pPr indent="-228600" lvl="6" marL="3200400" algn="l">
              <a:spcBef>
                <a:spcPts val="800"/>
              </a:spcBef>
              <a:spcAft>
                <a:spcPts val="0"/>
              </a:spcAft>
              <a:buSzPts val="800"/>
              <a:buNone/>
              <a:defRPr sz="1100">
                <a:solidFill>
                  <a:srgbClr val="888888"/>
                </a:solidFill>
              </a:defRPr>
            </a:lvl7pPr>
            <a:lvl8pPr indent="-228600" lvl="7" marL="3657600" algn="l">
              <a:spcBef>
                <a:spcPts val="800"/>
              </a:spcBef>
              <a:spcAft>
                <a:spcPts val="0"/>
              </a:spcAft>
              <a:buSzPts val="800"/>
              <a:buNone/>
              <a:defRPr sz="1100">
                <a:solidFill>
                  <a:srgbClr val="888888"/>
                </a:solidFill>
              </a:defRPr>
            </a:lvl8pPr>
            <a:lvl9pPr indent="-228600" lvl="8" marL="4114800" algn="l">
              <a:spcBef>
                <a:spcPts val="800"/>
              </a:spcBef>
              <a:spcAft>
                <a:spcPts val="0"/>
              </a:spcAft>
              <a:buSzPts val="800"/>
              <a:buNone/>
              <a:defRPr sz="1100">
                <a:solidFill>
                  <a:srgbClr val="888888"/>
                </a:solidFill>
              </a:defRPr>
            </a:lvl9pPr>
          </a:lstStyle>
          <a:p/>
        </p:txBody>
      </p:sp>
      <p:sp>
        <p:nvSpPr>
          <p:cNvPr id="138" name="Google Shape;138;p20"/>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9" name="Google Shape;139;p20"/>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0" name="Google Shape;140;p20"/>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1" name="Shape 141"/>
        <p:cNvGrpSpPr/>
        <p:nvPr/>
      </p:nvGrpSpPr>
      <p:grpSpPr>
        <a:xfrm>
          <a:off x="0" y="0"/>
          <a:ext cx="0" cy="0"/>
          <a:chOff x="0" y="0"/>
          <a:chExt cx="0" cy="0"/>
        </a:xfrm>
      </p:grpSpPr>
      <p:sp>
        <p:nvSpPr>
          <p:cNvPr id="142" name="Google Shape;142;p21"/>
          <p:cNvSpPr txBox="1"/>
          <p:nvPr>
            <p:ph type="title"/>
          </p:nvPr>
        </p:nvSpPr>
        <p:spPr>
          <a:xfrm>
            <a:off x="508000" y="457200"/>
            <a:ext cx="6447501" cy="9906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accent1"/>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3" name="Google Shape;143;p21"/>
          <p:cNvSpPr txBox="1"/>
          <p:nvPr>
            <p:ph idx="1" type="body"/>
          </p:nvPr>
        </p:nvSpPr>
        <p:spPr>
          <a:xfrm>
            <a:off x="508001" y="1620442"/>
            <a:ext cx="3138026" cy="2910579"/>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44" name="Google Shape;144;p21"/>
          <p:cNvSpPr txBox="1"/>
          <p:nvPr>
            <p:ph idx="2" type="body"/>
          </p:nvPr>
        </p:nvSpPr>
        <p:spPr>
          <a:xfrm>
            <a:off x="3817477" y="1620442"/>
            <a:ext cx="3138026" cy="2910580"/>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45" name="Google Shape;145;p21"/>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6" name="Google Shape;146;p21"/>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7" name="Google Shape;147;p21"/>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48" name="Shape 148"/>
        <p:cNvGrpSpPr/>
        <p:nvPr/>
      </p:nvGrpSpPr>
      <p:grpSpPr>
        <a:xfrm>
          <a:off x="0" y="0"/>
          <a:ext cx="0" cy="0"/>
          <a:chOff x="0" y="0"/>
          <a:chExt cx="0" cy="0"/>
        </a:xfrm>
      </p:grpSpPr>
      <p:sp>
        <p:nvSpPr>
          <p:cNvPr id="149" name="Google Shape;149;p22"/>
          <p:cNvSpPr txBox="1"/>
          <p:nvPr>
            <p:ph type="title"/>
          </p:nvPr>
        </p:nvSpPr>
        <p:spPr>
          <a:xfrm>
            <a:off x="508000" y="457200"/>
            <a:ext cx="6447501" cy="9906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accent1"/>
              </a:buClr>
              <a:buSzPts val="2700"/>
              <a:buFont typeface="Trebuchet MS"/>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0" name="Google Shape;150;p22"/>
          <p:cNvSpPr txBox="1"/>
          <p:nvPr>
            <p:ph idx="1" type="body"/>
          </p:nvPr>
        </p:nvSpPr>
        <p:spPr>
          <a:xfrm>
            <a:off x="506809" y="1620737"/>
            <a:ext cx="3139217" cy="432197"/>
          </a:xfrm>
          <a:prstGeom prst="rect">
            <a:avLst/>
          </a:prstGeom>
          <a:noFill/>
          <a:ln>
            <a:noFill/>
          </a:ln>
        </p:spPr>
        <p:txBody>
          <a:bodyPr anchorCtr="0" anchor="b" bIns="34275" lIns="68575" spcFirstLastPara="1" rIns="68575" wrap="square" tIns="34275">
            <a:noAutofit/>
          </a:bodyPr>
          <a:lstStyle>
            <a:lvl1pPr indent="-228600" lvl="0" marL="457200" algn="l">
              <a:spcBef>
                <a:spcPts val="800"/>
              </a:spcBef>
              <a:spcAft>
                <a:spcPts val="0"/>
              </a:spcAft>
              <a:buSzPts val="1400"/>
              <a:buNone/>
              <a:defRPr b="0" sz="1800"/>
            </a:lvl1pPr>
            <a:lvl2pPr indent="-228600" lvl="1" marL="914400" algn="l">
              <a:spcBef>
                <a:spcPts val="800"/>
              </a:spcBef>
              <a:spcAft>
                <a:spcPts val="0"/>
              </a:spcAft>
              <a:buSzPts val="1200"/>
              <a:buNone/>
              <a:defRPr b="1" sz="1500"/>
            </a:lvl2pPr>
            <a:lvl3pPr indent="-228600" lvl="2" marL="1371600" algn="l">
              <a:spcBef>
                <a:spcPts val="800"/>
              </a:spcBef>
              <a:spcAft>
                <a:spcPts val="0"/>
              </a:spcAft>
              <a:buSzPts val="1100"/>
              <a:buNone/>
              <a:defRPr b="1" sz="1400"/>
            </a:lvl3pPr>
            <a:lvl4pPr indent="-228600" lvl="3" marL="1828800" algn="l">
              <a:spcBef>
                <a:spcPts val="800"/>
              </a:spcBef>
              <a:spcAft>
                <a:spcPts val="0"/>
              </a:spcAft>
              <a:buSzPts val="1000"/>
              <a:buNone/>
              <a:defRPr b="1" sz="1200"/>
            </a:lvl4pPr>
            <a:lvl5pPr indent="-228600" lvl="4" marL="2286000" algn="l">
              <a:spcBef>
                <a:spcPts val="800"/>
              </a:spcBef>
              <a:spcAft>
                <a:spcPts val="0"/>
              </a:spcAft>
              <a:buSzPts val="1000"/>
              <a:buNone/>
              <a:defRPr b="1" sz="1200"/>
            </a:lvl5pPr>
            <a:lvl6pPr indent="-228600" lvl="5" marL="2743200" algn="l">
              <a:spcBef>
                <a:spcPts val="800"/>
              </a:spcBef>
              <a:spcAft>
                <a:spcPts val="0"/>
              </a:spcAft>
              <a:buSzPts val="1000"/>
              <a:buNone/>
              <a:defRPr b="1" sz="1200"/>
            </a:lvl6pPr>
            <a:lvl7pPr indent="-228600" lvl="6" marL="3200400" algn="l">
              <a:spcBef>
                <a:spcPts val="800"/>
              </a:spcBef>
              <a:spcAft>
                <a:spcPts val="0"/>
              </a:spcAft>
              <a:buSzPts val="1000"/>
              <a:buNone/>
              <a:defRPr b="1" sz="1200"/>
            </a:lvl7pPr>
            <a:lvl8pPr indent="-228600" lvl="7" marL="3657600" algn="l">
              <a:spcBef>
                <a:spcPts val="800"/>
              </a:spcBef>
              <a:spcAft>
                <a:spcPts val="0"/>
              </a:spcAft>
              <a:buSzPts val="1000"/>
              <a:buNone/>
              <a:defRPr b="1" sz="1200"/>
            </a:lvl8pPr>
            <a:lvl9pPr indent="-228600" lvl="8" marL="4114800" algn="l">
              <a:spcBef>
                <a:spcPts val="800"/>
              </a:spcBef>
              <a:spcAft>
                <a:spcPts val="0"/>
              </a:spcAft>
              <a:buSzPts val="1000"/>
              <a:buNone/>
              <a:defRPr b="1" sz="1200"/>
            </a:lvl9pPr>
          </a:lstStyle>
          <a:p/>
        </p:txBody>
      </p:sp>
      <p:sp>
        <p:nvSpPr>
          <p:cNvPr id="151" name="Google Shape;151;p22"/>
          <p:cNvSpPr txBox="1"/>
          <p:nvPr>
            <p:ph idx="2" type="body"/>
          </p:nvPr>
        </p:nvSpPr>
        <p:spPr>
          <a:xfrm>
            <a:off x="506809" y="2052934"/>
            <a:ext cx="3139217" cy="2478088"/>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52" name="Google Shape;152;p22"/>
          <p:cNvSpPr txBox="1"/>
          <p:nvPr>
            <p:ph idx="3" type="body"/>
          </p:nvPr>
        </p:nvSpPr>
        <p:spPr>
          <a:xfrm>
            <a:off x="3816287" y="1620737"/>
            <a:ext cx="3139213" cy="432197"/>
          </a:xfrm>
          <a:prstGeom prst="rect">
            <a:avLst/>
          </a:prstGeom>
          <a:noFill/>
          <a:ln>
            <a:noFill/>
          </a:ln>
        </p:spPr>
        <p:txBody>
          <a:bodyPr anchorCtr="0" anchor="b" bIns="34275" lIns="68575" spcFirstLastPara="1" rIns="68575" wrap="square" tIns="34275">
            <a:noAutofit/>
          </a:bodyPr>
          <a:lstStyle>
            <a:lvl1pPr indent="-228600" lvl="0" marL="457200" algn="l">
              <a:spcBef>
                <a:spcPts val="800"/>
              </a:spcBef>
              <a:spcAft>
                <a:spcPts val="0"/>
              </a:spcAft>
              <a:buSzPts val="1400"/>
              <a:buNone/>
              <a:defRPr b="0" sz="1800"/>
            </a:lvl1pPr>
            <a:lvl2pPr indent="-228600" lvl="1" marL="914400" algn="l">
              <a:spcBef>
                <a:spcPts val="800"/>
              </a:spcBef>
              <a:spcAft>
                <a:spcPts val="0"/>
              </a:spcAft>
              <a:buSzPts val="1200"/>
              <a:buNone/>
              <a:defRPr b="1" sz="1500"/>
            </a:lvl2pPr>
            <a:lvl3pPr indent="-228600" lvl="2" marL="1371600" algn="l">
              <a:spcBef>
                <a:spcPts val="800"/>
              </a:spcBef>
              <a:spcAft>
                <a:spcPts val="0"/>
              </a:spcAft>
              <a:buSzPts val="1100"/>
              <a:buNone/>
              <a:defRPr b="1" sz="1400"/>
            </a:lvl3pPr>
            <a:lvl4pPr indent="-228600" lvl="3" marL="1828800" algn="l">
              <a:spcBef>
                <a:spcPts val="800"/>
              </a:spcBef>
              <a:spcAft>
                <a:spcPts val="0"/>
              </a:spcAft>
              <a:buSzPts val="1000"/>
              <a:buNone/>
              <a:defRPr b="1" sz="1200"/>
            </a:lvl4pPr>
            <a:lvl5pPr indent="-228600" lvl="4" marL="2286000" algn="l">
              <a:spcBef>
                <a:spcPts val="800"/>
              </a:spcBef>
              <a:spcAft>
                <a:spcPts val="0"/>
              </a:spcAft>
              <a:buSzPts val="1000"/>
              <a:buNone/>
              <a:defRPr b="1" sz="1200"/>
            </a:lvl5pPr>
            <a:lvl6pPr indent="-228600" lvl="5" marL="2743200" algn="l">
              <a:spcBef>
                <a:spcPts val="800"/>
              </a:spcBef>
              <a:spcAft>
                <a:spcPts val="0"/>
              </a:spcAft>
              <a:buSzPts val="1000"/>
              <a:buNone/>
              <a:defRPr b="1" sz="1200"/>
            </a:lvl6pPr>
            <a:lvl7pPr indent="-228600" lvl="6" marL="3200400" algn="l">
              <a:spcBef>
                <a:spcPts val="800"/>
              </a:spcBef>
              <a:spcAft>
                <a:spcPts val="0"/>
              </a:spcAft>
              <a:buSzPts val="1000"/>
              <a:buNone/>
              <a:defRPr b="1" sz="1200"/>
            </a:lvl7pPr>
            <a:lvl8pPr indent="-228600" lvl="7" marL="3657600" algn="l">
              <a:spcBef>
                <a:spcPts val="800"/>
              </a:spcBef>
              <a:spcAft>
                <a:spcPts val="0"/>
              </a:spcAft>
              <a:buSzPts val="1000"/>
              <a:buNone/>
              <a:defRPr b="1" sz="1200"/>
            </a:lvl8pPr>
            <a:lvl9pPr indent="-228600" lvl="8" marL="4114800" algn="l">
              <a:spcBef>
                <a:spcPts val="800"/>
              </a:spcBef>
              <a:spcAft>
                <a:spcPts val="0"/>
              </a:spcAft>
              <a:buSzPts val="1000"/>
              <a:buNone/>
              <a:defRPr b="1" sz="1200"/>
            </a:lvl9pPr>
          </a:lstStyle>
          <a:p/>
        </p:txBody>
      </p:sp>
      <p:sp>
        <p:nvSpPr>
          <p:cNvPr id="153" name="Google Shape;153;p22"/>
          <p:cNvSpPr txBox="1"/>
          <p:nvPr>
            <p:ph idx="4" type="body"/>
          </p:nvPr>
        </p:nvSpPr>
        <p:spPr>
          <a:xfrm>
            <a:off x="3816288" y="2052934"/>
            <a:ext cx="3139213" cy="2478088"/>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54" name="Google Shape;154;p22"/>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5" name="Google Shape;155;p22"/>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6" name="Google Shape;156;p22"/>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7" name="Shape 157"/>
        <p:cNvGrpSpPr/>
        <p:nvPr/>
      </p:nvGrpSpPr>
      <p:grpSpPr>
        <a:xfrm>
          <a:off x="0" y="0"/>
          <a:ext cx="0" cy="0"/>
          <a:chOff x="0" y="0"/>
          <a:chExt cx="0" cy="0"/>
        </a:xfrm>
      </p:grpSpPr>
      <p:sp>
        <p:nvSpPr>
          <p:cNvPr id="158" name="Google Shape;158;p23"/>
          <p:cNvSpPr txBox="1"/>
          <p:nvPr>
            <p:ph type="title"/>
          </p:nvPr>
        </p:nvSpPr>
        <p:spPr>
          <a:xfrm>
            <a:off x="508000" y="457200"/>
            <a:ext cx="6447501" cy="9906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accent1"/>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9" name="Google Shape;159;p23"/>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0" name="Google Shape;160;p23"/>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1" name="Google Shape;161;p23"/>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2" name="Shape 162"/>
        <p:cNvGrpSpPr/>
        <p:nvPr/>
      </p:nvGrpSpPr>
      <p:grpSpPr>
        <a:xfrm>
          <a:off x="0" y="0"/>
          <a:ext cx="0" cy="0"/>
          <a:chOff x="0" y="0"/>
          <a:chExt cx="0" cy="0"/>
        </a:xfrm>
      </p:grpSpPr>
      <p:sp>
        <p:nvSpPr>
          <p:cNvPr id="163" name="Google Shape;163;p24"/>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4" name="Google Shape;164;p24"/>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5" name="Google Shape;165;p24"/>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6" name="Shape 166"/>
        <p:cNvGrpSpPr/>
        <p:nvPr/>
      </p:nvGrpSpPr>
      <p:grpSpPr>
        <a:xfrm>
          <a:off x="0" y="0"/>
          <a:ext cx="0" cy="0"/>
          <a:chOff x="0" y="0"/>
          <a:chExt cx="0" cy="0"/>
        </a:xfrm>
      </p:grpSpPr>
      <p:sp>
        <p:nvSpPr>
          <p:cNvPr id="167" name="Google Shape;167;p25"/>
          <p:cNvSpPr txBox="1"/>
          <p:nvPr>
            <p:ph type="title"/>
          </p:nvPr>
        </p:nvSpPr>
        <p:spPr>
          <a:xfrm>
            <a:off x="508001" y="1123953"/>
            <a:ext cx="2890896" cy="95885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accent1"/>
              </a:buClr>
              <a:buSzPts val="1500"/>
              <a:buFont typeface="Trebuchet MS"/>
              <a:buNone/>
              <a:defRPr sz="15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8" name="Google Shape;168;p25"/>
          <p:cNvSpPr txBox="1"/>
          <p:nvPr>
            <p:ph idx="1" type="body"/>
          </p:nvPr>
        </p:nvSpPr>
        <p:spPr>
          <a:xfrm>
            <a:off x="3570346" y="386193"/>
            <a:ext cx="3385156" cy="4144828"/>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69" name="Google Shape;169;p25"/>
          <p:cNvSpPr txBox="1"/>
          <p:nvPr>
            <p:ph idx="2" type="body"/>
          </p:nvPr>
        </p:nvSpPr>
        <p:spPr>
          <a:xfrm>
            <a:off x="508001" y="2082802"/>
            <a:ext cx="2890896" cy="1938337"/>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800"/>
              <a:buNone/>
              <a:defRPr sz="1100"/>
            </a:lvl1pPr>
            <a:lvl2pPr indent="-228600" lvl="1" marL="914400" algn="l">
              <a:spcBef>
                <a:spcPts val="800"/>
              </a:spcBef>
              <a:spcAft>
                <a:spcPts val="0"/>
              </a:spcAft>
              <a:buSzPts val="800"/>
              <a:buNone/>
              <a:defRPr sz="1100"/>
            </a:lvl2pPr>
            <a:lvl3pPr indent="-228600" lvl="2" marL="1371600" algn="l">
              <a:spcBef>
                <a:spcPts val="800"/>
              </a:spcBef>
              <a:spcAft>
                <a:spcPts val="0"/>
              </a:spcAft>
              <a:buSzPts val="700"/>
              <a:buNone/>
              <a:defRPr sz="900"/>
            </a:lvl3pPr>
            <a:lvl4pPr indent="-228600" lvl="3" marL="1828800" algn="l">
              <a:spcBef>
                <a:spcPts val="800"/>
              </a:spcBef>
              <a:spcAft>
                <a:spcPts val="0"/>
              </a:spcAft>
              <a:buSzPts val="600"/>
              <a:buNone/>
              <a:defRPr sz="800"/>
            </a:lvl4pPr>
            <a:lvl5pPr indent="-228600" lvl="4" marL="2286000" algn="l">
              <a:spcBef>
                <a:spcPts val="800"/>
              </a:spcBef>
              <a:spcAft>
                <a:spcPts val="0"/>
              </a:spcAft>
              <a:buSzPts val="600"/>
              <a:buNone/>
              <a:defRPr sz="800"/>
            </a:lvl5pPr>
            <a:lvl6pPr indent="-228600" lvl="5" marL="2743200" algn="l">
              <a:spcBef>
                <a:spcPts val="800"/>
              </a:spcBef>
              <a:spcAft>
                <a:spcPts val="0"/>
              </a:spcAft>
              <a:buSzPts val="600"/>
              <a:buNone/>
              <a:defRPr sz="800"/>
            </a:lvl6pPr>
            <a:lvl7pPr indent="-228600" lvl="6" marL="3200400" algn="l">
              <a:spcBef>
                <a:spcPts val="800"/>
              </a:spcBef>
              <a:spcAft>
                <a:spcPts val="0"/>
              </a:spcAft>
              <a:buSzPts val="600"/>
              <a:buNone/>
              <a:defRPr sz="800"/>
            </a:lvl7pPr>
            <a:lvl8pPr indent="-228600" lvl="7" marL="3657600" algn="l">
              <a:spcBef>
                <a:spcPts val="800"/>
              </a:spcBef>
              <a:spcAft>
                <a:spcPts val="0"/>
              </a:spcAft>
              <a:buSzPts val="600"/>
              <a:buNone/>
              <a:defRPr sz="800"/>
            </a:lvl8pPr>
            <a:lvl9pPr indent="-228600" lvl="8" marL="4114800" algn="l">
              <a:spcBef>
                <a:spcPts val="800"/>
              </a:spcBef>
              <a:spcAft>
                <a:spcPts val="0"/>
              </a:spcAft>
              <a:buSzPts val="600"/>
              <a:buNone/>
              <a:defRPr sz="800"/>
            </a:lvl9pPr>
          </a:lstStyle>
          <a:p/>
        </p:txBody>
      </p:sp>
      <p:sp>
        <p:nvSpPr>
          <p:cNvPr id="170" name="Google Shape;170;p25"/>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1" name="Google Shape;171;p25"/>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2" name="Google Shape;172;p25"/>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73" name="Shape 173"/>
        <p:cNvGrpSpPr/>
        <p:nvPr/>
      </p:nvGrpSpPr>
      <p:grpSpPr>
        <a:xfrm>
          <a:off x="0" y="0"/>
          <a:ext cx="0" cy="0"/>
          <a:chOff x="0" y="0"/>
          <a:chExt cx="0" cy="0"/>
        </a:xfrm>
      </p:grpSpPr>
      <p:sp>
        <p:nvSpPr>
          <p:cNvPr id="174" name="Google Shape;174;p26"/>
          <p:cNvSpPr txBox="1"/>
          <p:nvPr>
            <p:ph type="title"/>
          </p:nvPr>
        </p:nvSpPr>
        <p:spPr>
          <a:xfrm>
            <a:off x="508000" y="3600450"/>
            <a:ext cx="644750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accent1"/>
              </a:buClr>
              <a:buSzPts val="1800"/>
              <a:buFont typeface="Trebuchet MS"/>
              <a:buNone/>
              <a:defRPr b="0" sz="18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5" name="Google Shape;175;p26"/>
          <p:cNvSpPr/>
          <p:nvPr>
            <p:ph idx="2" type="pic"/>
          </p:nvPr>
        </p:nvSpPr>
        <p:spPr>
          <a:xfrm>
            <a:off x="508000" y="457200"/>
            <a:ext cx="6447501" cy="2884288"/>
          </a:xfrm>
          <a:prstGeom prst="rect">
            <a:avLst/>
          </a:prstGeom>
          <a:noFill/>
          <a:ln>
            <a:noFill/>
          </a:ln>
        </p:spPr>
      </p:sp>
      <p:sp>
        <p:nvSpPr>
          <p:cNvPr id="176" name="Google Shape;176;p26"/>
          <p:cNvSpPr txBox="1"/>
          <p:nvPr>
            <p:ph idx="1" type="body"/>
          </p:nvPr>
        </p:nvSpPr>
        <p:spPr>
          <a:xfrm>
            <a:off x="508000" y="4025503"/>
            <a:ext cx="6447500" cy="505518"/>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700"/>
              <a:buNone/>
              <a:defRPr sz="900"/>
            </a:lvl1pPr>
            <a:lvl2pPr indent="-228600" lvl="1" marL="914400" algn="l">
              <a:spcBef>
                <a:spcPts val="800"/>
              </a:spcBef>
              <a:spcAft>
                <a:spcPts val="0"/>
              </a:spcAft>
              <a:buSzPts val="700"/>
              <a:buNone/>
              <a:defRPr sz="900"/>
            </a:lvl2pPr>
            <a:lvl3pPr indent="-228600" lvl="2" marL="1371600" algn="l">
              <a:spcBef>
                <a:spcPts val="800"/>
              </a:spcBef>
              <a:spcAft>
                <a:spcPts val="0"/>
              </a:spcAft>
              <a:buSzPts val="600"/>
              <a:buNone/>
              <a:defRPr sz="800"/>
            </a:lvl3pPr>
            <a:lvl4pPr indent="-228600" lvl="3" marL="1828800" algn="l">
              <a:spcBef>
                <a:spcPts val="800"/>
              </a:spcBef>
              <a:spcAft>
                <a:spcPts val="0"/>
              </a:spcAft>
              <a:buSzPts val="500"/>
              <a:buNone/>
              <a:defRPr sz="700"/>
            </a:lvl4pPr>
            <a:lvl5pPr indent="-228600" lvl="4" marL="2286000" algn="l">
              <a:spcBef>
                <a:spcPts val="800"/>
              </a:spcBef>
              <a:spcAft>
                <a:spcPts val="0"/>
              </a:spcAft>
              <a:buSzPts val="500"/>
              <a:buNone/>
              <a:defRPr sz="700"/>
            </a:lvl5pPr>
            <a:lvl6pPr indent="-228600" lvl="5" marL="2743200" algn="l">
              <a:spcBef>
                <a:spcPts val="800"/>
              </a:spcBef>
              <a:spcAft>
                <a:spcPts val="0"/>
              </a:spcAft>
              <a:buSzPts val="500"/>
              <a:buNone/>
              <a:defRPr sz="700"/>
            </a:lvl6pPr>
            <a:lvl7pPr indent="-228600" lvl="6" marL="3200400" algn="l">
              <a:spcBef>
                <a:spcPts val="800"/>
              </a:spcBef>
              <a:spcAft>
                <a:spcPts val="0"/>
              </a:spcAft>
              <a:buSzPts val="500"/>
              <a:buNone/>
              <a:defRPr sz="700"/>
            </a:lvl7pPr>
            <a:lvl8pPr indent="-228600" lvl="7" marL="3657600" algn="l">
              <a:spcBef>
                <a:spcPts val="800"/>
              </a:spcBef>
              <a:spcAft>
                <a:spcPts val="0"/>
              </a:spcAft>
              <a:buSzPts val="500"/>
              <a:buNone/>
              <a:defRPr sz="700"/>
            </a:lvl8pPr>
            <a:lvl9pPr indent="-228600" lvl="8" marL="4114800" algn="l">
              <a:spcBef>
                <a:spcPts val="800"/>
              </a:spcBef>
              <a:spcAft>
                <a:spcPts val="0"/>
              </a:spcAft>
              <a:buSzPts val="500"/>
              <a:buNone/>
              <a:defRPr sz="700"/>
            </a:lvl9pPr>
          </a:lstStyle>
          <a:p/>
        </p:txBody>
      </p:sp>
      <p:sp>
        <p:nvSpPr>
          <p:cNvPr id="177" name="Google Shape;177;p26"/>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8" name="Google Shape;178;p26"/>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79" name="Google Shape;179;p26"/>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80" name="Shape 180"/>
        <p:cNvGrpSpPr/>
        <p:nvPr/>
      </p:nvGrpSpPr>
      <p:grpSpPr>
        <a:xfrm>
          <a:off x="0" y="0"/>
          <a:ext cx="0" cy="0"/>
          <a:chOff x="0" y="0"/>
          <a:chExt cx="0" cy="0"/>
        </a:xfrm>
      </p:grpSpPr>
      <p:sp>
        <p:nvSpPr>
          <p:cNvPr id="181" name="Google Shape;181;p27"/>
          <p:cNvSpPr txBox="1"/>
          <p:nvPr>
            <p:ph type="title"/>
          </p:nvPr>
        </p:nvSpPr>
        <p:spPr>
          <a:xfrm>
            <a:off x="508001" y="457200"/>
            <a:ext cx="6447501" cy="25527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2" name="Google Shape;182;p27"/>
          <p:cNvSpPr txBox="1"/>
          <p:nvPr>
            <p:ph idx="1" type="body"/>
          </p:nvPr>
        </p:nvSpPr>
        <p:spPr>
          <a:xfrm>
            <a:off x="508001" y="3352800"/>
            <a:ext cx="6447501" cy="1178222"/>
          </a:xfrm>
          <a:prstGeom prst="rect">
            <a:avLst/>
          </a:prstGeom>
          <a:noFill/>
          <a:ln>
            <a:noFill/>
          </a:ln>
        </p:spPr>
        <p:txBody>
          <a:bodyPr anchorCtr="0" anchor="ctr" bIns="34275" lIns="68575" spcFirstLastPara="1" rIns="68575" wrap="square" tIns="34275">
            <a:normAutofit/>
          </a:bodyPr>
          <a:lstStyle>
            <a:lvl1pPr indent="-228600" lvl="0" marL="457200" algn="l">
              <a:spcBef>
                <a:spcPts val="800"/>
              </a:spcBef>
              <a:spcAft>
                <a:spcPts val="0"/>
              </a:spcAft>
              <a:buSzPts val="1100"/>
              <a:buNone/>
              <a:defRPr sz="1400">
                <a:solidFill>
                  <a:srgbClr val="3F3F3F"/>
                </a:solidFill>
              </a:defRPr>
            </a:lvl1pPr>
            <a:lvl2pPr indent="-228600" lvl="1" marL="914400" algn="l">
              <a:spcBef>
                <a:spcPts val="800"/>
              </a:spcBef>
              <a:spcAft>
                <a:spcPts val="0"/>
              </a:spcAft>
              <a:buSzPts val="1100"/>
              <a:buNone/>
              <a:defRPr sz="1400">
                <a:solidFill>
                  <a:srgbClr val="888888"/>
                </a:solidFill>
              </a:defRPr>
            </a:lvl2pPr>
            <a:lvl3pPr indent="-228600" lvl="2" marL="1371600" algn="l">
              <a:spcBef>
                <a:spcPts val="800"/>
              </a:spcBef>
              <a:spcAft>
                <a:spcPts val="0"/>
              </a:spcAft>
              <a:buSzPts val="1000"/>
              <a:buNone/>
              <a:defRPr sz="1200">
                <a:solidFill>
                  <a:srgbClr val="888888"/>
                </a:solidFill>
              </a:defRPr>
            </a:lvl3pPr>
            <a:lvl4pPr indent="-228600" lvl="3" marL="1828800" algn="l">
              <a:spcBef>
                <a:spcPts val="800"/>
              </a:spcBef>
              <a:spcAft>
                <a:spcPts val="0"/>
              </a:spcAft>
              <a:buSzPts val="800"/>
              <a:buNone/>
              <a:defRPr sz="1100">
                <a:solidFill>
                  <a:srgbClr val="888888"/>
                </a:solidFill>
              </a:defRPr>
            </a:lvl4pPr>
            <a:lvl5pPr indent="-228600" lvl="4" marL="2286000" algn="l">
              <a:spcBef>
                <a:spcPts val="800"/>
              </a:spcBef>
              <a:spcAft>
                <a:spcPts val="0"/>
              </a:spcAft>
              <a:buSzPts val="800"/>
              <a:buNone/>
              <a:defRPr sz="1100">
                <a:solidFill>
                  <a:srgbClr val="888888"/>
                </a:solidFill>
              </a:defRPr>
            </a:lvl5pPr>
            <a:lvl6pPr indent="-228600" lvl="5" marL="2743200" algn="l">
              <a:spcBef>
                <a:spcPts val="800"/>
              </a:spcBef>
              <a:spcAft>
                <a:spcPts val="0"/>
              </a:spcAft>
              <a:buSzPts val="800"/>
              <a:buNone/>
              <a:defRPr sz="1100">
                <a:solidFill>
                  <a:srgbClr val="888888"/>
                </a:solidFill>
              </a:defRPr>
            </a:lvl6pPr>
            <a:lvl7pPr indent="-228600" lvl="6" marL="3200400" algn="l">
              <a:spcBef>
                <a:spcPts val="800"/>
              </a:spcBef>
              <a:spcAft>
                <a:spcPts val="0"/>
              </a:spcAft>
              <a:buSzPts val="800"/>
              <a:buNone/>
              <a:defRPr sz="1100">
                <a:solidFill>
                  <a:srgbClr val="888888"/>
                </a:solidFill>
              </a:defRPr>
            </a:lvl7pPr>
            <a:lvl8pPr indent="-228600" lvl="7" marL="3657600" algn="l">
              <a:spcBef>
                <a:spcPts val="800"/>
              </a:spcBef>
              <a:spcAft>
                <a:spcPts val="0"/>
              </a:spcAft>
              <a:buSzPts val="800"/>
              <a:buNone/>
              <a:defRPr sz="1100">
                <a:solidFill>
                  <a:srgbClr val="888888"/>
                </a:solidFill>
              </a:defRPr>
            </a:lvl8pPr>
            <a:lvl9pPr indent="-228600" lvl="8" marL="4114800" algn="l">
              <a:spcBef>
                <a:spcPts val="800"/>
              </a:spcBef>
              <a:spcAft>
                <a:spcPts val="0"/>
              </a:spcAft>
              <a:buSzPts val="800"/>
              <a:buNone/>
              <a:defRPr sz="1100">
                <a:solidFill>
                  <a:srgbClr val="888888"/>
                </a:solidFill>
              </a:defRPr>
            </a:lvl9pPr>
          </a:lstStyle>
          <a:p/>
        </p:txBody>
      </p:sp>
      <p:sp>
        <p:nvSpPr>
          <p:cNvPr id="183" name="Google Shape;183;p27"/>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4" name="Google Shape;184;p27"/>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5" name="Google Shape;185;p27"/>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86" name="Shape 186"/>
        <p:cNvGrpSpPr/>
        <p:nvPr/>
      </p:nvGrpSpPr>
      <p:grpSpPr>
        <a:xfrm>
          <a:off x="0" y="0"/>
          <a:ext cx="0" cy="0"/>
          <a:chOff x="0" y="0"/>
          <a:chExt cx="0" cy="0"/>
        </a:xfrm>
      </p:grpSpPr>
      <p:sp>
        <p:nvSpPr>
          <p:cNvPr id="187" name="Google Shape;187;p28"/>
          <p:cNvSpPr txBox="1"/>
          <p:nvPr>
            <p:ph type="title"/>
          </p:nvPr>
        </p:nvSpPr>
        <p:spPr>
          <a:xfrm>
            <a:off x="698500" y="457200"/>
            <a:ext cx="6070601" cy="226695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8" name="Google Shape;188;p28"/>
          <p:cNvSpPr txBox="1"/>
          <p:nvPr>
            <p:ph idx="1" type="body"/>
          </p:nvPr>
        </p:nvSpPr>
        <p:spPr>
          <a:xfrm>
            <a:off x="1024604" y="2724150"/>
            <a:ext cx="5418393" cy="285750"/>
          </a:xfrm>
          <a:prstGeom prst="rect">
            <a:avLst/>
          </a:prstGeom>
          <a:noFill/>
          <a:ln>
            <a:noFill/>
          </a:ln>
        </p:spPr>
        <p:txBody>
          <a:bodyPr anchorCtr="0" anchor="ctr" bIns="34275" lIns="68575" spcFirstLastPara="1" rIns="68575" wrap="square" tIns="34275">
            <a:noAutofit/>
          </a:bodyPr>
          <a:lstStyle>
            <a:lvl1pPr indent="-228600" lvl="0" marL="457200" algn="l">
              <a:spcBef>
                <a:spcPts val="800"/>
              </a:spcBef>
              <a:spcAft>
                <a:spcPts val="0"/>
              </a:spcAft>
              <a:buSzPts val="1000"/>
              <a:buFont typeface="Trebuchet MS"/>
              <a:buNone/>
              <a:defRPr sz="1200">
                <a:solidFill>
                  <a:srgbClr val="7F7F7F"/>
                </a:solidFill>
              </a:defRPr>
            </a:lvl1pPr>
            <a:lvl2pPr indent="-228600" lvl="1" marL="914400" algn="l">
              <a:spcBef>
                <a:spcPts val="800"/>
              </a:spcBef>
              <a:spcAft>
                <a:spcPts val="0"/>
              </a:spcAft>
              <a:buSzPts val="1000"/>
              <a:buFont typeface="Trebuchet MS"/>
              <a:buNone/>
              <a:defRPr/>
            </a:lvl2pPr>
            <a:lvl3pPr indent="-228600" lvl="2" marL="1371600" algn="l">
              <a:spcBef>
                <a:spcPts val="800"/>
              </a:spcBef>
              <a:spcAft>
                <a:spcPts val="0"/>
              </a:spcAft>
              <a:buSzPts val="800"/>
              <a:buFont typeface="Trebuchet MS"/>
              <a:buNone/>
              <a:defRPr/>
            </a:lvl3pPr>
            <a:lvl4pPr indent="-228600" lvl="3" marL="1828800" algn="l">
              <a:spcBef>
                <a:spcPts val="800"/>
              </a:spcBef>
              <a:spcAft>
                <a:spcPts val="0"/>
              </a:spcAft>
              <a:buSzPts val="700"/>
              <a:buFont typeface="Trebuchet MS"/>
              <a:buNone/>
              <a:defRPr/>
            </a:lvl4pPr>
            <a:lvl5pPr indent="-228600" lvl="4" marL="2286000" algn="l">
              <a:spcBef>
                <a:spcPts val="800"/>
              </a:spcBef>
              <a:spcAft>
                <a:spcPts val="0"/>
              </a:spcAft>
              <a:buSzPts val="700"/>
              <a:buFont typeface="Trebuchet MS"/>
              <a:buNone/>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89" name="Google Shape;189;p28"/>
          <p:cNvSpPr txBox="1"/>
          <p:nvPr>
            <p:ph idx="2" type="body"/>
          </p:nvPr>
        </p:nvSpPr>
        <p:spPr>
          <a:xfrm>
            <a:off x="508001" y="3352800"/>
            <a:ext cx="6447501" cy="1178222"/>
          </a:xfrm>
          <a:prstGeom prst="rect">
            <a:avLst/>
          </a:prstGeom>
          <a:noFill/>
          <a:ln>
            <a:noFill/>
          </a:ln>
        </p:spPr>
        <p:txBody>
          <a:bodyPr anchorCtr="0" anchor="ctr" bIns="34275" lIns="68575" spcFirstLastPara="1" rIns="68575" wrap="square" tIns="34275">
            <a:normAutofit/>
          </a:bodyPr>
          <a:lstStyle>
            <a:lvl1pPr indent="-228600" lvl="0" marL="457200" algn="l">
              <a:spcBef>
                <a:spcPts val="800"/>
              </a:spcBef>
              <a:spcAft>
                <a:spcPts val="0"/>
              </a:spcAft>
              <a:buSzPts val="1100"/>
              <a:buNone/>
              <a:defRPr sz="1400">
                <a:solidFill>
                  <a:srgbClr val="3F3F3F"/>
                </a:solidFill>
              </a:defRPr>
            </a:lvl1pPr>
            <a:lvl2pPr indent="-228600" lvl="1" marL="914400" algn="l">
              <a:spcBef>
                <a:spcPts val="800"/>
              </a:spcBef>
              <a:spcAft>
                <a:spcPts val="0"/>
              </a:spcAft>
              <a:buSzPts val="1100"/>
              <a:buNone/>
              <a:defRPr sz="1400">
                <a:solidFill>
                  <a:srgbClr val="888888"/>
                </a:solidFill>
              </a:defRPr>
            </a:lvl2pPr>
            <a:lvl3pPr indent="-228600" lvl="2" marL="1371600" algn="l">
              <a:spcBef>
                <a:spcPts val="800"/>
              </a:spcBef>
              <a:spcAft>
                <a:spcPts val="0"/>
              </a:spcAft>
              <a:buSzPts val="1000"/>
              <a:buNone/>
              <a:defRPr sz="1200">
                <a:solidFill>
                  <a:srgbClr val="888888"/>
                </a:solidFill>
              </a:defRPr>
            </a:lvl3pPr>
            <a:lvl4pPr indent="-228600" lvl="3" marL="1828800" algn="l">
              <a:spcBef>
                <a:spcPts val="800"/>
              </a:spcBef>
              <a:spcAft>
                <a:spcPts val="0"/>
              </a:spcAft>
              <a:buSzPts val="800"/>
              <a:buNone/>
              <a:defRPr sz="1100">
                <a:solidFill>
                  <a:srgbClr val="888888"/>
                </a:solidFill>
              </a:defRPr>
            </a:lvl4pPr>
            <a:lvl5pPr indent="-228600" lvl="4" marL="2286000" algn="l">
              <a:spcBef>
                <a:spcPts val="800"/>
              </a:spcBef>
              <a:spcAft>
                <a:spcPts val="0"/>
              </a:spcAft>
              <a:buSzPts val="800"/>
              <a:buNone/>
              <a:defRPr sz="1100">
                <a:solidFill>
                  <a:srgbClr val="888888"/>
                </a:solidFill>
              </a:defRPr>
            </a:lvl5pPr>
            <a:lvl6pPr indent="-228600" lvl="5" marL="2743200" algn="l">
              <a:spcBef>
                <a:spcPts val="800"/>
              </a:spcBef>
              <a:spcAft>
                <a:spcPts val="0"/>
              </a:spcAft>
              <a:buSzPts val="800"/>
              <a:buNone/>
              <a:defRPr sz="1100">
                <a:solidFill>
                  <a:srgbClr val="888888"/>
                </a:solidFill>
              </a:defRPr>
            </a:lvl6pPr>
            <a:lvl7pPr indent="-228600" lvl="6" marL="3200400" algn="l">
              <a:spcBef>
                <a:spcPts val="800"/>
              </a:spcBef>
              <a:spcAft>
                <a:spcPts val="0"/>
              </a:spcAft>
              <a:buSzPts val="800"/>
              <a:buNone/>
              <a:defRPr sz="1100">
                <a:solidFill>
                  <a:srgbClr val="888888"/>
                </a:solidFill>
              </a:defRPr>
            </a:lvl7pPr>
            <a:lvl8pPr indent="-228600" lvl="7" marL="3657600" algn="l">
              <a:spcBef>
                <a:spcPts val="800"/>
              </a:spcBef>
              <a:spcAft>
                <a:spcPts val="0"/>
              </a:spcAft>
              <a:buSzPts val="800"/>
              <a:buNone/>
              <a:defRPr sz="1100">
                <a:solidFill>
                  <a:srgbClr val="888888"/>
                </a:solidFill>
              </a:defRPr>
            </a:lvl8pPr>
            <a:lvl9pPr indent="-228600" lvl="8" marL="4114800" algn="l">
              <a:spcBef>
                <a:spcPts val="800"/>
              </a:spcBef>
              <a:spcAft>
                <a:spcPts val="0"/>
              </a:spcAft>
              <a:buSzPts val="800"/>
              <a:buNone/>
              <a:defRPr sz="1100">
                <a:solidFill>
                  <a:srgbClr val="888888"/>
                </a:solidFill>
              </a:defRPr>
            </a:lvl9pPr>
          </a:lstStyle>
          <a:p/>
        </p:txBody>
      </p:sp>
      <p:sp>
        <p:nvSpPr>
          <p:cNvPr id="190" name="Google Shape;190;p28"/>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1" name="Google Shape;191;p28"/>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2" name="Google Shape;192;p28"/>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93" name="Google Shape;193;p28"/>
          <p:cNvSpPr txBox="1"/>
          <p:nvPr/>
        </p:nvSpPr>
        <p:spPr>
          <a:xfrm>
            <a:off x="406403" y="592784"/>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GB" sz="6000">
                <a:solidFill>
                  <a:srgbClr val="9EDFF5"/>
                </a:solidFill>
                <a:latin typeface="Arial"/>
                <a:ea typeface="Arial"/>
                <a:cs typeface="Arial"/>
                <a:sym typeface="Arial"/>
              </a:rPr>
              <a:t>“</a:t>
            </a:r>
            <a:endParaRPr sz="1100"/>
          </a:p>
        </p:txBody>
      </p:sp>
      <p:sp>
        <p:nvSpPr>
          <p:cNvPr id="194" name="Google Shape;194;p28"/>
          <p:cNvSpPr txBox="1"/>
          <p:nvPr/>
        </p:nvSpPr>
        <p:spPr>
          <a:xfrm>
            <a:off x="6669758" y="2164917"/>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GB" sz="6000">
                <a:solidFill>
                  <a:srgbClr val="9EDFF5"/>
                </a:solidFill>
                <a:latin typeface="Arial"/>
                <a:ea typeface="Arial"/>
                <a:cs typeface="Arial"/>
                <a:sym typeface="Arial"/>
              </a:rPr>
              <a:t>”</a:t>
            </a:r>
            <a:endParaRPr sz="11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95" name="Shape 195"/>
        <p:cNvGrpSpPr/>
        <p:nvPr/>
      </p:nvGrpSpPr>
      <p:grpSpPr>
        <a:xfrm>
          <a:off x="0" y="0"/>
          <a:ext cx="0" cy="0"/>
          <a:chOff x="0" y="0"/>
          <a:chExt cx="0" cy="0"/>
        </a:xfrm>
      </p:grpSpPr>
      <p:sp>
        <p:nvSpPr>
          <p:cNvPr id="196" name="Google Shape;196;p29"/>
          <p:cNvSpPr txBox="1"/>
          <p:nvPr>
            <p:ph type="title"/>
          </p:nvPr>
        </p:nvSpPr>
        <p:spPr>
          <a:xfrm>
            <a:off x="508001" y="1448991"/>
            <a:ext cx="6447501" cy="1946595"/>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7" name="Google Shape;197;p29"/>
          <p:cNvSpPr txBox="1"/>
          <p:nvPr>
            <p:ph idx="1" type="body"/>
          </p:nvPr>
        </p:nvSpPr>
        <p:spPr>
          <a:xfrm>
            <a:off x="508001" y="3395586"/>
            <a:ext cx="6447501" cy="1135436"/>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1100"/>
              <a:buNone/>
              <a:defRPr sz="1400">
                <a:solidFill>
                  <a:srgbClr val="3F3F3F"/>
                </a:solidFill>
              </a:defRPr>
            </a:lvl1pPr>
            <a:lvl2pPr indent="-228600" lvl="1" marL="914400" algn="l">
              <a:spcBef>
                <a:spcPts val="800"/>
              </a:spcBef>
              <a:spcAft>
                <a:spcPts val="0"/>
              </a:spcAft>
              <a:buSzPts val="1100"/>
              <a:buNone/>
              <a:defRPr sz="1400">
                <a:solidFill>
                  <a:srgbClr val="888888"/>
                </a:solidFill>
              </a:defRPr>
            </a:lvl2pPr>
            <a:lvl3pPr indent="-228600" lvl="2" marL="1371600" algn="l">
              <a:spcBef>
                <a:spcPts val="800"/>
              </a:spcBef>
              <a:spcAft>
                <a:spcPts val="0"/>
              </a:spcAft>
              <a:buSzPts val="1000"/>
              <a:buNone/>
              <a:defRPr sz="1200">
                <a:solidFill>
                  <a:srgbClr val="888888"/>
                </a:solidFill>
              </a:defRPr>
            </a:lvl3pPr>
            <a:lvl4pPr indent="-228600" lvl="3" marL="1828800" algn="l">
              <a:spcBef>
                <a:spcPts val="800"/>
              </a:spcBef>
              <a:spcAft>
                <a:spcPts val="0"/>
              </a:spcAft>
              <a:buSzPts val="800"/>
              <a:buNone/>
              <a:defRPr sz="1100">
                <a:solidFill>
                  <a:srgbClr val="888888"/>
                </a:solidFill>
              </a:defRPr>
            </a:lvl4pPr>
            <a:lvl5pPr indent="-228600" lvl="4" marL="2286000" algn="l">
              <a:spcBef>
                <a:spcPts val="800"/>
              </a:spcBef>
              <a:spcAft>
                <a:spcPts val="0"/>
              </a:spcAft>
              <a:buSzPts val="800"/>
              <a:buNone/>
              <a:defRPr sz="1100">
                <a:solidFill>
                  <a:srgbClr val="888888"/>
                </a:solidFill>
              </a:defRPr>
            </a:lvl5pPr>
            <a:lvl6pPr indent="-228600" lvl="5" marL="2743200" algn="l">
              <a:spcBef>
                <a:spcPts val="800"/>
              </a:spcBef>
              <a:spcAft>
                <a:spcPts val="0"/>
              </a:spcAft>
              <a:buSzPts val="800"/>
              <a:buNone/>
              <a:defRPr sz="1100">
                <a:solidFill>
                  <a:srgbClr val="888888"/>
                </a:solidFill>
              </a:defRPr>
            </a:lvl6pPr>
            <a:lvl7pPr indent="-228600" lvl="6" marL="3200400" algn="l">
              <a:spcBef>
                <a:spcPts val="800"/>
              </a:spcBef>
              <a:spcAft>
                <a:spcPts val="0"/>
              </a:spcAft>
              <a:buSzPts val="800"/>
              <a:buNone/>
              <a:defRPr sz="1100">
                <a:solidFill>
                  <a:srgbClr val="888888"/>
                </a:solidFill>
              </a:defRPr>
            </a:lvl7pPr>
            <a:lvl8pPr indent="-228600" lvl="7" marL="3657600" algn="l">
              <a:spcBef>
                <a:spcPts val="800"/>
              </a:spcBef>
              <a:spcAft>
                <a:spcPts val="0"/>
              </a:spcAft>
              <a:buSzPts val="800"/>
              <a:buNone/>
              <a:defRPr sz="1100">
                <a:solidFill>
                  <a:srgbClr val="888888"/>
                </a:solidFill>
              </a:defRPr>
            </a:lvl8pPr>
            <a:lvl9pPr indent="-228600" lvl="8" marL="4114800" algn="l">
              <a:spcBef>
                <a:spcPts val="800"/>
              </a:spcBef>
              <a:spcAft>
                <a:spcPts val="0"/>
              </a:spcAft>
              <a:buSzPts val="800"/>
              <a:buNone/>
              <a:defRPr sz="1100">
                <a:solidFill>
                  <a:srgbClr val="888888"/>
                </a:solidFill>
              </a:defRPr>
            </a:lvl9pPr>
          </a:lstStyle>
          <a:p/>
        </p:txBody>
      </p:sp>
      <p:sp>
        <p:nvSpPr>
          <p:cNvPr id="198" name="Google Shape;198;p29"/>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9" name="Google Shape;199;p29"/>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0" name="Google Shape;200;p29"/>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201" name="Shape 201"/>
        <p:cNvGrpSpPr/>
        <p:nvPr/>
      </p:nvGrpSpPr>
      <p:grpSpPr>
        <a:xfrm>
          <a:off x="0" y="0"/>
          <a:ext cx="0" cy="0"/>
          <a:chOff x="0" y="0"/>
          <a:chExt cx="0" cy="0"/>
        </a:xfrm>
      </p:grpSpPr>
      <p:sp>
        <p:nvSpPr>
          <p:cNvPr id="202" name="Google Shape;202;p30"/>
          <p:cNvSpPr txBox="1"/>
          <p:nvPr>
            <p:ph type="title"/>
          </p:nvPr>
        </p:nvSpPr>
        <p:spPr>
          <a:xfrm>
            <a:off x="698500" y="457200"/>
            <a:ext cx="6070601" cy="226695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3" name="Google Shape;203;p30"/>
          <p:cNvSpPr txBox="1"/>
          <p:nvPr>
            <p:ph idx="1" type="body"/>
          </p:nvPr>
        </p:nvSpPr>
        <p:spPr>
          <a:xfrm>
            <a:off x="507999" y="3009900"/>
            <a:ext cx="6447502" cy="385686"/>
          </a:xfrm>
          <a:prstGeom prst="rect">
            <a:avLst/>
          </a:prstGeom>
          <a:noFill/>
          <a:ln>
            <a:noFill/>
          </a:ln>
        </p:spPr>
        <p:txBody>
          <a:bodyPr anchorCtr="0" anchor="b" bIns="34275" lIns="68575" spcFirstLastPara="1" rIns="68575" wrap="square" tIns="34275">
            <a:noAutofit/>
          </a:bodyPr>
          <a:lstStyle>
            <a:lvl1pPr indent="-228600" lvl="0" marL="457200" algn="l">
              <a:spcBef>
                <a:spcPts val="800"/>
              </a:spcBef>
              <a:spcAft>
                <a:spcPts val="0"/>
              </a:spcAft>
              <a:buSzPts val="1400"/>
              <a:buFont typeface="Trebuchet MS"/>
              <a:buNone/>
              <a:defRPr sz="1800">
                <a:solidFill>
                  <a:srgbClr val="3F3F3F"/>
                </a:solidFill>
              </a:defRPr>
            </a:lvl1pPr>
            <a:lvl2pPr indent="-228600" lvl="1" marL="914400" algn="l">
              <a:spcBef>
                <a:spcPts val="800"/>
              </a:spcBef>
              <a:spcAft>
                <a:spcPts val="0"/>
              </a:spcAft>
              <a:buSzPts val="1000"/>
              <a:buFont typeface="Trebuchet MS"/>
              <a:buNone/>
              <a:defRPr/>
            </a:lvl2pPr>
            <a:lvl3pPr indent="-228600" lvl="2" marL="1371600" algn="l">
              <a:spcBef>
                <a:spcPts val="800"/>
              </a:spcBef>
              <a:spcAft>
                <a:spcPts val="0"/>
              </a:spcAft>
              <a:buSzPts val="800"/>
              <a:buFont typeface="Trebuchet MS"/>
              <a:buNone/>
              <a:defRPr/>
            </a:lvl3pPr>
            <a:lvl4pPr indent="-228600" lvl="3" marL="1828800" algn="l">
              <a:spcBef>
                <a:spcPts val="800"/>
              </a:spcBef>
              <a:spcAft>
                <a:spcPts val="0"/>
              </a:spcAft>
              <a:buSzPts val="700"/>
              <a:buFont typeface="Trebuchet MS"/>
              <a:buNone/>
              <a:defRPr/>
            </a:lvl4pPr>
            <a:lvl5pPr indent="-228600" lvl="4" marL="2286000" algn="l">
              <a:spcBef>
                <a:spcPts val="800"/>
              </a:spcBef>
              <a:spcAft>
                <a:spcPts val="0"/>
              </a:spcAft>
              <a:buSzPts val="700"/>
              <a:buFont typeface="Trebuchet MS"/>
              <a:buNone/>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204" name="Google Shape;204;p30"/>
          <p:cNvSpPr txBox="1"/>
          <p:nvPr>
            <p:ph idx="2" type="body"/>
          </p:nvPr>
        </p:nvSpPr>
        <p:spPr>
          <a:xfrm>
            <a:off x="508001" y="3395586"/>
            <a:ext cx="6447501" cy="1135436"/>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1100"/>
              <a:buNone/>
              <a:defRPr sz="1400">
                <a:solidFill>
                  <a:srgbClr val="7F7F7F"/>
                </a:solidFill>
              </a:defRPr>
            </a:lvl1pPr>
            <a:lvl2pPr indent="-228600" lvl="1" marL="914400" algn="l">
              <a:spcBef>
                <a:spcPts val="800"/>
              </a:spcBef>
              <a:spcAft>
                <a:spcPts val="0"/>
              </a:spcAft>
              <a:buSzPts val="1100"/>
              <a:buNone/>
              <a:defRPr sz="1400">
                <a:solidFill>
                  <a:srgbClr val="888888"/>
                </a:solidFill>
              </a:defRPr>
            </a:lvl2pPr>
            <a:lvl3pPr indent="-228600" lvl="2" marL="1371600" algn="l">
              <a:spcBef>
                <a:spcPts val="800"/>
              </a:spcBef>
              <a:spcAft>
                <a:spcPts val="0"/>
              </a:spcAft>
              <a:buSzPts val="1000"/>
              <a:buNone/>
              <a:defRPr sz="1200">
                <a:solidFill>
                  <a:srgbClr val="888888"/>
                </a:solidFill>
              </a:defRPr>
            </a:lvl3pPr>
            <a:lvl4pPr indent="-228600" lvl="3" marL="1828800" algn="l">
              <a:spcBef>
                <a:spcPts val="800"/>
              </a:spcBef>
              <a:spcAft>
                <a:spcPts val="0"/>
              </a:spcAft>
              <a:buSzPts val="800"/>
              <a:buNone/>
              <a:defRPr sz="1100">
                <a:solidFill>
                  <a:srgbClr val="888888"/>
                </a:solidFill>
              </a:defRPr>
            </a:lvl4pPr>
            <a:lvl5pPr indent="-228600" lvl="4" marL="2286000" algn="l">
              <a:spcBef>
                <a:spcPts val="800"/>
              </a:spcBef>
              <a:spcAft>
                <a:spcPts val="0"/>
              </a:spcAft>
              <a:buSzPts val="800"/>
              <a:buNone/>
              <a:defRPr sz="1100">
                <a:solidFill>
                  <a:srgbClr val="888888"/>
                </a:solidFill>
              </a:defRPr>
            </a:lvl5pPr>
            <a:lvl6pPr indent="-228600" lvl="5" marL="2743200" algn="l">
              <a:spcBef>
                <a:spcPts val="800"/>
              </a:spcBef>
              <a:spcAft>
                <a:spcPts val="0"/>
              </a:spcAft>
              <a:buSzPts val="800"/>
              <a:buNone/>
              <a:defRPr sz="1100">
                <a:solidFill>
                  <a:srgbClr val="888888"/>
                </a:solidFill>
              </a:defRPr>
            </a:lvl6pPr>
            <a:lvl7pPr indent="-228600" lvl="6" marL="3200400" algn="l">
              <a:spcBef>
                <a:spcPts val="800"/>
              </a:spcBef>
              <a:spcAft>
                <a:spcPts val="0"/>
              </a:spcAft>
              <a:buSzPts val="800"/>
              <a:buNone/>
              <a:defRPr sz="1100">
                <a:solidFill>
                  <a:srgbClr val="888888"/>
                </a:solidFill>
              </a:defRPr>
            </a:lvl7pPr>
            <a:lvl8pPr indent="-228600" lvl="7" marL="3657600" algn="l">
              <a:spcBef>
                <a:spcPts val="800"/>
              </a:spcBef>
              <a:spcAft>
                <a:spcPts val="0"/>
              </a:spcAft>
              <a:buSzPts val="800"/>
              <a:buNone/>
              <a:defRPr sz="1100">
                <a:solidFill>
                  <a:srgbClr val="888888"/>
                </a:solidFill>
              </a:defRPr>
            </a:lvl8pPr>
            <a:lvl9pPr indent="-228600" lvl="8" marL="4114800" algn="l">
              <a:spcBef>
                <a:spcPts val="800"/>
              </a:spcBef>
              <a:spcAft>
                <a:spcPts val="0"/>
              </a:spcAft>
              <a:buSzPts val="800"/>
              <a:buNone/>
              <a:defRPr sz="1100">
                <a:solidFill>
                  <a:srgbClr val="888888"/>
                </a:solidFill>
              </a:defRPr>
            </a:lvl9pPr>
          </a:lstStyle>
          <a:p/>
        </p:txBody>
      </p:sp>
      <p:sp>
        <p:nvSpPr>
          <p:cNvPr id="205" name="Google Shape;205;p30"/>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6" name="Google Shape;206;p30"/>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7" name="Google Shape;207;p30"/>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208" name="Google Shape;208;p30"/>
          <p:cNvSpPr txBox="1"/>
          <p:nvPr/>
        </p:nvSpPr>
        <p:spPr>
          <a:xfrm>
            <a:off x="406403" y="592784"/>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GB" sz="6000">
                <a:solidFill>
                  <a:srgbClr val="9EDFF5"/>
                </a:solidFill>
                <a:latin typeface="Arial"/>
                <a:ea typeface="Arial"/>
                <a:cs typeface="Arial"/>
                <a:sym typeface="Arial"/>
              </a:rPr>
              <a:t>“</a:t>
            </a:r>
            <a:endParaRPr sz="1100"/>
          </a:p>
        </p:txBody>
      </p:sp>
      <p:sp>
        <p:nvSpPr>
          <p:cNvPr id="209" name="Google Shape;209;p30"/>
          <p:cNvSpPr txBox="1"/>
          <p:nvPr/>
        </p:nvSpPr>
        <p:spPr>
          <a:xfrm>
            <a:off x="6669758" y="2164917"/>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GB" sz="6000">
                <a:solidFill>
                  <a:srgbClr val="9EDFF5"/>
                </a:solidFill>
                <a:latin typeface="Arial"/>
                <a:ea typeface="Arial"/>
                <a:cs typeface="Arial"/>
                <a:sym typeface="Arial"/>
              </a:rPr>
              <a:t>”</a:t>
            </a:r>
            <a:endParaRPr sz="110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210" name="Shape 210"/>
        <p:cNvGrpSpPr/>
        <p:nvPr/>
      </p:nvGrpSpPr>
      <p:grpSpPr>
        <a:xfrm>
          <a:off x="0" y="0"/>
          <a:ext cx="0" cy="0"/>
          <a:chOff x="0" y="0"/>
          <a:chExt cx="0" cy="0"/>
        </a:xfrm>
      </p:grpSpPr>
      <p:sp>
        <p:nvSpPr>
          <p:cNvPr id="211" name="Google Shape;211;p31"/>
          <p:cNvSpPr txBox="1"/>
          <p:nvPr>
            <p:ph type="title"/>
          </p:nvPr>
        </p:nvSpPr>
        <p:spPr>
          <a:xfrm>
            <a:off x="514349" y="457200"/>
            <a:ext cx="6441152" cy="226695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2" name="Google Shape;212;p31"/>
          <p:cNvSpPr txBox="1"/>
          <p:nvPr>
            <p:ph idx="1" type="body"/>
          </p:nvPr>
        </p:nvSpPr>
        <p:spPr>
          <a:xfrm>
            <a:off x="507999" y="3009900"/>
            <a:ext cx="6447502" cy="385686"/>
          </a:xfrm>
          <a:prstGeom prst="rect">
            <a:avLst/>
          </a:prstGeom>
          <a:noFill/>
          <a:ln>
            <a:noFill/>
          </a:ln>
        </p:spPr>
        <p:txBody>
          <a:bodyPr anchorCtr="0" anchor="b" bIns="34275" lIns="68575" spcFirstLastPara="1" rIns="68575" wrap="square" tIns="34275">
            <a:noAutofit/>
          </a:bodyPr>
          <a:lstStyle>
            <a:lvl1pPr indent="-228600" lvl="0" marL="457200" algn="l">
              <a:spcBef>
                <a:spcPts val="800"/>
              </a:spcBef>
              <a:spcAft>
                <a:spcPts val="0"/>
              </a:spcAft>
              <a:buSzPts val="1400"/>
              <a:buFont typeface="Trebuchet MS"/>
              <a:buNone/>
              <a:defRPr sz="1800">
                <a:solidFill>
                  <a:schemeClr val="accent1"/>
                </a:solidFill>
              </a:defRPr>
            </a:lvl1pPr>
            <a:lvl2pPr indent="-228600" lvl="1" marL="914400" algn="l">
              <a:spcBef>
                <a:spcPts val="800"/>
              </a:spcBef>
              <a:spcAft>
                <a:spcPts val="0"/>
              </a:spcAft>
              <a:buSzPts val="1000"/>
              <a:buFont typeface="Trebuchet MS"/>
              <a:buNone/>
              <a:defRPr/>
            </a:lvl2pPr>
            <a:lvl3pPr indent="-228600" lvl="2" marL="1371600" algn="l">
              <a:spcBef>
                <a:spcPts val="800"/>
              </a:spcBef>
              <a:spcAft>
                <a:spcPts val="0"/>
              </a:spcAft>
              <a:buSzPts val="800"/>
              <a:buFont typeface="Trebuchet MS"/>
              <a:buNone/>
              <a:defRPr/>
            </a:lvl3pPr>
            <a:lvl4pPr indent="-228600" lvl="3" marL="1828800" algn="l">
              <a:spcBef>
                <a:spcPts val="800"/>
              </a:spcBef>
              <a:spcAft>
                <a:spcPts val="0"/>
              </a:spcAft>
              <a:buSzPts val="700"/>
              <a:buFont typeface="Trebuchet MS"/>
              <a:buNone/>
              <a:defRPr/>
            </a:lvl4pPr>
            <a:lvl5pPr indent="-228600" lvl="4" marL="2286000" algn="l">
              <a:spcBef>
                <a:spcPts val="800"/>
              </a:spcBef>
              <a:spcAft>
                <a:spcPts val="0"/>
              </a:spcAft>
              <a:buSzPts val="700"/>
              <a:buFont typeface="Trebuchet MS"/>
              <a:buNone/>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213" name="Google Shape;213;p31"/>
          <p:cNvSpPr txBox="1"/>
          <p:nvPr>
            <p:ph idx="2" type="body"/>
          </p:nvPr>
        </p:nvSpPr>
        <p:spPr>
          <a:xfrm>
            <a:off x="508001" y="3395586"/>
            <a:ext cx="6447501" cy="1135436"/>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1100"/>
              <a:buNone/>
              <a:defRPr sz="1400">
                <a:solidFill>
                  <a:srgbClr val="7F7F7F"/>
                </a:solidFill>
              </a:defRPr>
            </a:lvl1pPr>
            <a:lvl2pPr indent="-228600" lvl="1" marL="914400" algn="l">
              <a:spcBef>
                <a:spcPts val="800"/>
              </a:spcBef>
              <a:spcAft>
                <a:spcPts val="0"/>
              </a:spcAft>
              <a:buSzPts val="1100"/>
              <a:buNone/>
              <a:defRPr sz="1400">
                <a:solidFill>
                  <a:srgbClr val="888888"/>
                </a:solidFill>
              </a:defRPr>
            </a:lvl2pPr>
            <a:lvl3pPr indent="-228600" lvl="2" marL="1371600" algn="l">
              <a:spcBef>
                <a:spcPts val="800"/>
              </a:spcBef>
              <a:spcAft>
                <a:spcPts val="0"/>
              </a:spcAft>
              <a:buSzPts val="1000"/>
              <a:buNone/>
              <a:defRPr sz="1200">
                <a:solidFill>
                  <a:srgbClr val="888888"/>
                </a:solidFill>
              </a:defRPr>
            </a:lvl3pPr>
            <a:lvl4pPr indent="-228600" lvl="3" marL="1828800" algn="l">
              <a:spcBef>
                <a:spcPts val="800"/>
              </a:spcBef>
              <a:spcAft>
                <a:spcPts val="0"/>
              </a:spcAft>
              <a:buSzPts val="800"/>
              <a:buNone/>
              <a:defRPr sz="1100">
                <a:solidFill>
                  <a:srgbClr val="888888"/>
                </a:solidFill>
              </a:defRPr>
            </a:lvl4pPr>
            <a:lvl5pPr indent="-228600" lvl="4" marL="2286000" algn="l">
              <a:spcBef>
                <a:spcPts val="800"/>
              </a:spcBef>
              <a:spcAft>
                <a:spcPts val="0"/>
              </a:spcAft>
              <a:buSzPts val="800"/>
              <a:buNone/>
              <a:defRPr sz="1100">
                <a:solidFill>
                  <a:srgbClr val="888888"/>
                </a:solidFill>
              </a:defRPr>
            </a:lvl5pPr>
            <a:lvl6pPr indent="-228600" lvl="5" marL="2743200" algn="l">
              <a:spcBef>
                <a:spcPts val="800"/>
              </a:spcBef>
              <a:spcAft>
                <a:spcPts val="0"/>
              </a:spcAft>
              <a:buSzPts val="800"/>
              <a:buNone/>
              <a:defRPr sz="1100">
                <a:solidFill>
                  <a:srgbClr val="888888"/>
                </a:solidFill>
              </a:defRPr>
            </a:lvl6pPr>
            <a:lvl7pPr indent="-228600" lvl="6" marL="3200400" algn="l">
              <a:spcBef>
                <a:spcPts val="800"/>
              </a:spcBef>
              <a:spcAft>
                <a:spcPts val="0"/>
              </a:spcAft>
              <a:buSzPts val="800"/>
              <a:buNone/>
              <a:defRPr sz="1100">
                <a:solidFill>
                  <a:srgbClr val="888888"/>
                </a:solidFill>
              </a:defRPr>
            </a:lvl7pPr>
            <a:lvl8pPr indent="-228600" lvl="7" marL="3657600" algn="l">
              <a:spcBef>
                <a:spcPts val="800"/>
              </a:spcBef>
              <a:spcAft>
                <a:spcPts val="0"/>
              </a:spcAft>
              <a:buSzPts val="800"/>
              <a:buNone/>
              <a:defRPr sz="1100">
                <a:solidFill>
                  <a:srgbClr val="888888"/>
                </a:solidFill>
              </a:defRPr>
            </a:lvl8pPr>
            <a:lvl9pPr indent="-228600" lvl="8" marL="4114800" algn="l">
              <a:spcBef>
                <a:spcPts val="800"/>
              </a:spcBef>
              <a:spcAft>
                <a:spcPts val="0"/>
              </a:spcAft>
              <a:buSzPts val="800"/>
              <a:buNone/>
              <a:defRPr sz="1100">
                <a:solidFill>
                  <a:srgbClr val="888888"/>
                </a:solidFill>
              </a:defRPr>
            </a:lvl9pPr>
          </a:lstStyle>
          <a:p/>
        </p:txBody>
      </p:sp>
      <p:sp>
        <p:nvSpPr>
          <p:cNvPr id="214" name="Google Shape;214;p31"/>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5" name="Google Shape;215;p31"/>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6" name="Google Shape;216;p31"/>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2"/>
          <p:cNvSpPr txBox="1"/>
          <p:nvPr>
            <p:ph type="title"/>
          </p:nvPr>
        </p:nvSpPr>
        <p:spPr>
          <a:xfrm>
            <a:off x="508000" y="457200"/>
            <a:ext cx="6447501" cy="9906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accent1"/>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9" name="Google Shape;219;p32"/>
          <p:cNvSpPr txBox="1"/>
          <p:nvPr>
            <p:ph idx="1" type="body"/>
          </p:nvPr>
        </p:nvSpPr>
        <p:spPr>
          <a:xfrm rot="5400000">
            <a:off x="2276461" y="-148019"/>
            <a:ext cx="2910580" cy="6447501"/>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220" name="Google Shape;220;p32"/>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1" name="Google Shape;221;p32"/>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2" name="Google Shape;222;p32"/>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3"/>
          <p:cNvSpPr txBox="1"/>
          <p:nvPr>
            <p:ph type="title"/>
          </p:nvPr>
        </p:nvSpPr>
        <p:spPr>
          <a:xfrm rot="5400000">
            <a:off x="4495739" y="1937215"/>
            <a:ext cx="3938588" cy="978557"/>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accent1"/>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5" name="Google Shape;225;p33"/>
          <p:cNvSpPr txBox="1"/>
          <p:nvPr>
            <p:ph idx="1" type="body"/>
          </p:nvPr>
        </p:nvSpPr>
        <p:spPr>
          <a:xfrm rot="5400000">
            <a:off x="1186264" y="-221062"/>
            <a:ext cx="3938588" cy="5295113"/>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226" name="Google Shape;226;p33"/>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7" name="Google Shape;227;p33"/>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8" name="Google Shape;228;p33"/>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229" name="Shape 229"/>
        <p:cNvGrpSpPr/>
        <p:nvPr/>
      </p:nvGrpSpPr>
      <p:grpSpPr>
        <a:xfrm>
          <a:off x="0" y="0"/>
          <a:ext cx="0" cy="0"/>
          <a:chOff x="0" y="0"/>
          <a:chExt cx="0" cy="0"/>
        </a:xfrm>
      </p:grpSpPr>
      <p:sp>
        <p:nvSpPr>
          <p:cNvPr id="230" name="Google Shape;230;p34"/>
          <p:cNvSpPr/>
          <p:nvPr>
            <p:ph idx="2" type="pic"/>
          </p:nvPr>
        </p:nvSpPr>
        <p:spPr>
          <a:xfrm>
            <a:off x="0" y="0"/>
            <a:ext cx="9144000" cy="5143500"/>
          </a:xfrm>
          <a:prstGeom prst="rect">
            <a:avLst/>
          </a:prstGeom>
          <a:noFill/>
          <a:ln>
            <a:noFill/>
          </a:ln>
        </p:spPr>
      </p:sp>
      <p:sp>
        <p:nvSpPr>
          <p:cNvPr descr="Tall office building looking up" id="231" name="Google Shape;231;p34"/>
          <p:cNvSpPr/>
          <p:nvPr/>
        </p:nvSpPr>
        <p:spPr>
          <a:xfrm>
            <a:off x="2788920" y="885842"/>
            <a:ext cx="3566160" cy="3371816"/>
          </a:xfrm>
          <a:prstGeom prst="rect">
            <a:avLst/>
          </a:prstGeom>
          <a:solidFill>
            <a:schemeClr val="accent5">
              <a:alpha val="40000"/>
            </a:schemeClr>
          </a:solidFill>
          <a:ln cap="flat" cmpd="sng" w="60325">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rebuchet MS"/>
              <a:ea typeface="Trebuchet MS"/>
              <a:cs typeface="Trebuchet MS"/>
              <a:sym typeface="Trebuchet MS"/>
            </a:endParaRPr>
          </a:p>
        </p:txBody>
      </p:sp>
      <p:sp>
        <p:nvSpPr>
          <p:cNvPr id="232" name="Google Shape;232;p34"/>
          <p:cNvSpPr txBox="1"/>
          <p:nvPr>
            <p:ph idx="1" type="body"/>
          </p:nvPr>
        </p:nvSpPr>
        <p:spPr>
          <a:xfrm>
            <a:off x="3111854" y="3644602"/>
            <a:ext cx="2943701" cy="367904"/>
          </a:xfrm>
          <a:prstGeom prst="rect">
            <a:avLst/>
          </a:prstGeom>
          <a:noFill/>
          <a:ln>
            <a:noFill/>
          </a:ln>
        </p:spPr>
        <p:txBody>
          <a:bodyPr anchorCtr="0" anchor="t" bIns="34275" lIns="68575" spcFirstLastPara="1" rIns="68575" wrap="square" tIns="34275">
            <a:normAutofit/>
          </a:bodyPr>
          <a:lstStyle>
            <a:lvl1pPr indent="-228600" lvl="0" marL="457200" algn="r">
              <a:spcBef>
                <a:spcPts val="800"/>
              </a:spcBef>
              <a:spcAft>
                <a:spcPts val="0"/>
              </a:spcAft>
              <a:buSzPts val="1400"/>
              <a:buNone/>
              <a:defRPr b="1" sz="1800">
                <a:solidFill>
                  <a:schemeClr val="accent4"/>
                </a:solidFill>
                <a:latin typeface="Calibri"/>
                <a:ea typeface="Calibri"/>
                <a:cs typeface="Calibri"/>
                <a:sym typeface="Calibri"/>
              </a:defRPr>
            </a:lvl1pPr>
            <a:lvl2pPr indent="-228600" lvl="1" marL="914400" algn="l">
              <a:spcBef>
                <a:spcPts val="800"/>
              </a:spcBef>
              <a:spcAft>
                <a:spcPts val="0"/>
              </a:spcAft>
              <a:buSzPts val="1000"/>
              <a:buNone/>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233" name="Google Shape;233;p34"/>
          <p:cNvSpPr txBox="1"/>
          <p:nvPr>
            <p:ph type="title"/>
          </p:nvPr>
        </p:nvSpPr>
        <p:spPr>
          <a:xfrm>
            <a:off x="3111854" y="1147264"/>
            <a:ext cx="2943701" cy="1271728"/>
          </a:xfrm>
          <a:prstGeom prst="rect">
            <a:avLst/>
          </a:prstGeom>
          <a:noFill/>
          <a:ln>
            <a:noFill/>
          </a:ln>
        </p:spPr>
        <p:txBody>
          <a:bodyPr anchorCtr="0" anchor="t" bIns="34275" lIns="68575" spcFirstLastPara="1" rIns="68575" wrap="square" tIns="34275">
            <a:normAutofit/>
          </a:bodyPr>
          <a:lstStyle>
            <a:lvl1pPr lvl="0" algn="l">
              <a:spcBef>
                <a:spcPts val="800"/>
              </a:spcBef>
              <a:spcAft>
                <a:spcPts val="0"/>
              </a:spcAft>
              <a:buClr>
                <a:schemeClr val="lt1"/>
              </a:buClr>
              <a:buSzPts val="3600"/>
              <a:buFont typeface="Trebuchet MS"/>
              <a:buNone/>
              <a:defRPr b="1" sz="3600">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theme" Target="../theme/theme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grpSp>
        <p:nvGrpSpPr>
          <p:cNvPr id="51" name="Google Shape;51;p13"/>
          <p:cNvGrpSpPr/>
          <p:nvPr/>
        </p:nvGrpSpPr>
        <p:grpSpPr>
          <a:xfrm>
            <a:off x="0" y="-6350"/>
            <a:ext cx="9144000" cy="5149850"/>
            <a:chOff x="0" y="-8467"/>
            <a:chExt cx="12192000" cy="6866467"/>
          </a:xfrm>
        </p:grpSpPr>
        <p:cxnSp>
          <p:nvCxnSpPr>
            <p:cNvPr id="52" name="Google Shape;52;p13"/>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53" name="Google Shape;53;p13"/>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54" name="Google Shape;54;p13"/>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55" name="Google Shape;55;p13"/>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56" name="Google Shape;56;p13"/>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 name="Google Shape;57;p13"/>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58" name="Google Shape;58;p13"/>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59" name="Google Shape;59;p13"/>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60" name="Google Shape;60;p13"/>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 name="Google Shape;61;p13"/>
            <p:cNvSpPr/>
            <p:nvPr/>
          </p:nvSpPr>
          <p:spPr>
            <a:xfrm>
              <a:off x="0" y="4013200"/>
              <a:ext cx="448733" cy="2844800"/>
            </a:xfrm>
            <a:prstGeom prst="triangle">
              <a:avLst>
                <a:gd fmla="val 0" name="adj"/>
              </a:avLst>
            </a:prstGeom>
            <a:solidFill>
              <a:schemeClr val="accent1">
                <a:alpha val="70196"/>
              </a:scheme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sp>
        <p:nvSpPr>
          <p:cNvPr id="62" name="Google Shape;62;p13"/>
          <p:cNvSpPr txBox="1"/>
          <p:nvPr>
            <p:ph type="title"/>
          </p:nvPr>
        </p:nvSpPr>
        <p:spPr>
          <a:xfrm>
            <a:off x="508000" y="457200"/>
            <a:ext cx="6447501" cy="990600"/>
          </a:xfrm>
          <a:prstGeom prst="rect">
            <a:avLst/>
          </a:prstGeom>
          <a:noFill/>
          <a:ln>
            <a:noFill/>
          </a:ln>
        </p:spPr>
        <p:txBody>
          <a:bodyPr anchorCtr="0" anchor="t" bIns="34275" lIns="68575" spcFirstLastPara="1" rIns="68575" wrap="square" tIns="34275">
            <a:normAutofit/>
          </a:bodyPr>
          <a:lstStyle>
            <a:lvl1pPr lvl="0" marR="0" rtl="0" algn="l">
              <a:spcBef>
                <a:spcPts val="0"/>
              </a:spcBef>
              <a:spcAft>
                <a:spcPts val="0"/>
              </a:spcAft>
              <a:buClr>
                <a:schemeClr val="accent1"/>
              </a:buClr>
              <a:buSzPts val="2700"/>
              <a:buFont typeface="Trebuchet MS"/>
              <a:buNone/>
              <a:defRPr b="0" i="0" sz="27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100"/>
              <a:buNone/>
              <a:defRPr b="0" i="0" sz="1400" u="none" cap="none" strike="noStrike">
                <a:solidFill>
                  <a:schemeClr val="dk2"/>
                </a:solidFill>
              </a:defRPr>
            </a:lvl2pPr>
            <a:lvl3pPr lvl="2" marR="0" rtl="0" algn="l">
              <a:spcBef>
                <a:spcPts val="0"/>
              </a:spcBef>
              <a:spcAft>
                <a:spcPts val="0"/>
              </a:spcAft>
              <a:buSzPts val="1100"/>
              <a:buNone/>
              <a:defRPr b="0" i="0" sz="1400" u="none" cap="none" strike="noStrike">
                <a:solidFill>
                  <a:schemeClr val="dk2"/>
                </a:solidFill>
              </a:defRPr>
            </a:lvl3pPr>
            <a:lvl4pPr lvl="3" marR="0" rtl="0" algn="l">
              <a:spcBef>
                <a:spcPts val="0"/>
              </a:spcBef>
              <a:spcAft>
                <a:spcPts val="0"/>
              </a:spcAft>
              <a:buSzPts val="1100"/>
              <a:buNone/>
              <a:defRPr b="0" i="0" sz="1400" u="none" cap="none" strike="noStrike">
                <a:solidFill>
                  <a:schemeClr val="dk2"/>
                </a:solidFill>
              </a:defRPr>
            </a:lvl4pPr>
            <a:lvl5pPr lvl="4" marR="0" rtl="0" algn="l">
              <a:spcBef>
                <a:spcPts val="0"/>
              </a:spcBef>
              <a:spcAft>
                <a:spcPts val="0"/>
              </a:spcAft>
              <a:buSzPts val="1100"/>
              <a:buNone/>
              <a:defRPr b="0" i="0" sz="1400" u="none" cap="none" strike="noStrike">
                <a:solidFill>
                  <a:schemeClr val="dk2"/>
                </a:solidFill>
              </a:defRPr>
            </a:lvl5pPr>
            <a:lvl6pPr lvl="5" marR="0" rtl="0" algn="l">
              <a:spcBef>
                <a:spcPts val="0"/>
              </a:spcBef>
              <a:spcAft>
                <a:spcPts val="0"/>
              </a:spcAft>
              <a:buSzPts val="1100"/>
              <a:buNone/>
              <a:defRPr b="0" i="0" sz="1400" u="none" cap="none" strike="noStrike">
                <a:solidFill>
                  <a:schemeClr val="dk2"/>
                </a:solidFill>
              </a:defRPr>
            </a:lvl6pPr>
            <a:lvl7pPr lvl="6" marR="0" rtl="0" algn="l">
              <a:spcBef>
                <a:spcPts val="0"/>
              </a:spcBef>
              <a:spcAft>
                <a:spcPts val="0"/>
              </a:spcAft>
              <a:buSzPts val="1100"/>
              <a:buNone/>
              <a:defRPr b="0" i="0" sz="1400" u="none" cap="none" strike="noStrike">
                <a:solidFill>
                  <a:schemeClr val="dk2"/>
                </a:solidFill>
              </a:defRPr>
            </a:lvl7pPr>
            <a:lvl8pPr lvl="7" marR="0" rtl="0" algn="l">
              <a:spcBef>
                <a:spcPts val="0"/>
              </a:spcBef>
              <a:spcAft>
                <a:spcPts val="0"/>
              </a:spcAft>
              <a:buSzPts val="1100"/>
              <a:buNone/>
              <a:defRPr b="0" i="0" sz="1400" u="none" cap="none" strike="noStrike">
                <a:solidFill>
                  <a:schemeClr val="dk2"/>
                </a:solidFill>
              </a:defRPr>
            </a:lvl8pPr>
            <a:lvl9pPr lvl="8" marR="0" rtl="0" algn="l">
              <a:spcBef>
                <a:spcPts val="0"/>
              </a:spcBef>
              <a:spcAft>
                <a:spcPts val="0"/>
              </a:spcAft>
              <a:buSzPts val="1100"/>
              <a:buNone/>
              <a:defRPr b="0" i="0" sz="1400" u="none" cap="none" strike="noStrike">
                <a:solidFill>
                  <a:schemeClr val="dk2"/>
                </a:solidFill>
              </a:defRPr>
            </a:lvl9pPr>
          </a:lstStyle>
          <a:p/>
        </p:txBody>
      </p:sp>
      <p:sp>
        <p:nvSpPr>
          <p:cNvPr id="63" name="Google Shape;63;p13"/>
          <p:cNvSpPr txBox="1"/>
          <p:nvPr>
            <p:ph idx="1" type="body"/>
          </p:nvPr>
        </p:nvSpPr>
        <p:spPr>
          <a:xfrm>
            <a:off x="508000" y="1620442"/>
            <a:ext cx="6447501" cy="2910580"/>
          </a:xfrm>
          <a:prstGeom prst="rect">
            <a:avLst/>
          </a:prstGeom>
          <a:noFill/>
          <a:ln>
            <a:noFill/>
          </a:ln>
        </p:spPr>
        <p:txBody>
          <a:bodyPr anchorCtr="0" anchor="t" bIns="34275" lIns="68575" spcFirstLastPara="1" rIns="68575" wrap="square" tIns="34275">
            <a:normAutofit/>
          </a:bodyPr>
          <a:lstStyle>
            <a:lvl1pPr indent="-298450" lvl="0" marL="457200" marR="0" rtl="0" algn="l">
              <a:spcBef>
                <a:spcPts val="800"/>
              </a:spcBef>
              <a:spcAft>
                <a:spcPts val="0"/>
              </a:spcAft>
              <a:buClr>
                <a:schemeClr val="accent1"/>
              </a:buClr>
              <a:buSzPts val="1100"/>
              <a:buFont typeface="Noto Sans Symbols"/>
              <a:buChar char="►"/>
              <a:defRPr b="0" i="0" sz="1400" u="none" cap="none" strike="noStrike">
                <a:solidFill>
                  <a:srgbClr val="3F3F3F"/>
                </a:solidFill>
                <a:latin typeface="Trebuchet MS"/>
                <a:ea typeface="Trebuchet MS"/>
                <a:cs typeface="Trebuchet MS"/>
                <a:sym typeface="Trebuchet MS"/>
              </a:defRPr>
            </a:lvl1pPr>
            <a:lvl2pPr indent="-292100" lvl="1" marL="914400" marR="0" rtl="0" algn="l">
              <a:spcBef>
                <a:spcPts val="800"/>
              </a:spcBef>
              <a:spcAft>
                <a:spcPts val="0"/>
              </a:spcAft>
              <a:buClr>
                <a:schemeClr val="accent1"/>
              </a:buClr>
              <a:buSzPts val="1000"/>
              <a:buFont typeface="Noto Sans Symbols"/>
              <a:buChar char="►"/>
              <a:defRPr b="0" i="0" sz="1200" u="none" cap="none" strike="noStrike">
                <a:solidFill>
                  <a:srgbClr val="3F3F3F"/>
                </a:solidFill>
                <a:latin typeface="Trebuchet MS"/>
                <a:ea typeface="Trebuchet MS"/>
                <a:cs typeface="Trebuchet MS"/>
                <a:sym typeface="Trebuchet MS"/>
              </a:defRPr>
            </a:lvl2pPr>
            <a:lvl3pPr indent="-279400" lvl="2" marL="1371600" marR="0" rtl="0" algn="l">
              <a:spcBef>
                <a:spcPts val="800"/>
              </a:spcBef>
              <a:spcAft>
                <a:spcPts val="0"/>
              </a:spcAft>
              <a:buClr>
                <a:schemeClr val="accent1"/>
              </a:buClr>
              <a:buSzPts val="800"/>
              <a:buFont typeface="Noto Sans Symbols"/>
              <a:buChar char="►"/>
              <a:defRPr b="0" i="0" sz="1100" u="none" cap="none" strike="noStrike">
                <a:solidFill>
                  <a:srgbClr val="3F3F3F"/>
                </a:solidFill>
                <a:latin typeface="Trebuchet MS"/>
                <a:ea typeface="Trebuchet MS"/>
                <a:cs typeface="Trebuchet MS"/>
                <a:sym typeface="Trebuchet MS"/>
              </a:defRPr>
            </a:lvl3pPr>
            <a:lvl4pPr indent="-273050" lvl="3" marL="1828800" marR="0" rtl="0" algn="l">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4pPr>
            <a:lvl5pPr indent="-273050" lvl="4" marL="2286000" marR="0" rtl="0" algn="l">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5pPr>
            <a:lvl6pPr indent="-273050" lvl="5" marL="2743200" marR="0" rtl="0" algn="l">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6pPr>
            <a:lvl7pPr indent="-273050" lvl="6" marL="3200400" marR="0" rtl="0" algn="l">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7pPr>
            <a:lvl8pPr indent="-273050" lvl="7" marL="3657600" marR="0" rtl="0" algn="l">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8pPr>
            <a:lvl9pPr indent="-273050" lvl="8" marL="4114800" marR="0" rtl="0" algn="l">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9pPr>
          </a:lstStyle>
          <a:p/>
        </p:txBody>
      </p:sp>
      <p:sp>
        <p:nvSpPr>
          <p:cNvPr id="64" name="Google Shape;64;p13"/>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marR="0" rtl="0" algn="r">
              <a:spcBef>
                <a:spcPts val="0"/>
              </a:spcBef>
              <a:spcAft>
                <a:spcPts val="0"/>
              </a:spcAft>
              <a:buSzPts val="1100"/>
              <a:buNone/>
              <a:defRPr b="0" i="0" sz="7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9pPr>
          </a:lstStyle>
          <a:p/>
        </p:txBody>
      </p:sp>
      <p:sp>
        <p:nvSpPr>
          <p:cNvPr id="65" name="Google Shape;65;p13"/>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7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9pPr>
          </a:lstStyle>
          <a:p/>
        </p:txBody>
      </p:sp>
      <p:sp>
        <p:nvSpPr>
          <p:cNvPr id="66" name="Google Shape;66;p13"/>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7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7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7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7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7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7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7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7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7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GB"/>
              <a:t>‹#›</a:t>
            </a:fld>
            <a:endParaRPr/>
          </a:p>
        </p:txBody>
      </p:sp>
      <p:sp>
        <p:nvSpPr>
          <p:cNvPr id="67" name="Google Shape;67;p13"/>
          <p:cNvSpPr txBox="1"/>
          <p:nvPr/>
        </p:nvSpPr>
        <p:spPr>
          <a:xfrm>
            <a:off x="495297" y="4784180"/>
            <a:ext cx="2057400" cy="273844"/>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GB" sz="800" u="none" cap="none" strike="noStrike">
                <a:solidFill>
                  <a:schemeClr val="accent2"/>
                </a:solidFill>
                <a:latin typeface="Trebuchet MS"/>
                <a:ea typeface="Trebuchet MS"/>
                <a:cs typeface="Trebuchet MS"/>
                <a:sym typeface="Trebuchet MS"/>
              </a:rPr>
              <a:t>9/2/2026</a:t>
            </a:r>
            <a:endParaRPr b="0" i="0" sz="800" u="none" cap="none" strike="noStrike">
              <a:solidFill>
                <a:schemeClr val="accent2"/>
              </a:solidFill>
              <a:latin typeface="Trebuchet MS"/>
              <a:ea typeface="Trebuchet MS"/>
              <a:cs typeface="Trebuchet MS"/>
              <a:sym typeface="Trebuchet MS"/>
            </a:endParaRPr>
          </a:p>
        </p:txBody>
      </p:sp>
      <p:sp>
        <p:nvSpPr>
          <p:cNvPr id="68" name="Google Shape;68;p13"/>
          <p:cNvSpPr txBox="1"/>
          <p:nvPr/>
        </p:nvSpPr>
        <p:spPr>
          <a:xfrm>
            <a:off x="1084145" y="4784180"/>
            <a:ext cx="3086100" cy="273844"/>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GB" sz="800" u="none" cap="none" strike="noStrike">
                <a:solidFill>
                  <a:schemeClr val="accent2"/>
                </a:solidFill>
                <a:latin typeface="Trebuchet MS"/>
                <a:ea typeface="Trebuchet MS"/>
                <a:cs typeface="Trebuchet MS"/>
                <a:sym typeface="Trebuchet MS"/>
              </a:rPr>
              <a:t>Annual Review</a:t>
            </a:r>
            <a:endParaRPr sz="1100"/>
          </a:p>
        </p:txBody>
      </p:sp>
      <p:sp>
        <p:nvSpPr>
          <p:cNvPr id="69" name="Google Shape;69;p13"/>
          <p:cNvSpPr txBox="1"/>
          <p:nvPr/>
        </p:nvSpPr>
        <p:spPr>
          <a:xfrm>
            <a:off x="6604004" y="4784180"/>
            <a:ext cx="2057400" cy="273844"/>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chemeClr val="accent4"/>
                </a:solidFill>
                <a:latin typeface="Trebuchet MS"/>
                <a:ea typeface="Trebuchet MS"/>
                <a:cs typeface="Trebuchet MS"/>
                <a:sym typeface="Trebuchet MS"/>
              </a:rPr>
              <a:t>‹#›</a:t>
            </a:fld>
            <a:endParaRPr b="0" i="0" sz="800" u="none" cap="none" strike="noStrike">
              <a:solidFill>
                <a:schemeClr val="accent4"/>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hyperlink" Target="https://github.com/madhavanreddiyar/Seasonal-Agriculture-Performance-Analysis" TargetMode="External"/><Relationship Id="rId5" Type="http://schemas.openxmlformats.org/officeDocument/2006/relationships/hyperlink" Target="https://github.com/madhavanreddiyar/Seasonal-Agriculture-Performance-Analysis" TargetMode="External"/><Relationship Id="rId6" Type="http://schemas.openxmlformats.org/officeDocument/2006/relationships/hyperlink" Target="https://github.com/madhavanreddiyar/Seasonal-Agriculture-Performance-Analysi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5"/>
          <p:cNvSpPr txBox="1"/>
          <p:nvPr>
            <p:ph idx="1" type="body"/>
          </p:nvPr>
        </p:nvSpPr>
        <p:spPr>
          <a:xfrm>
            <a:off x="3535625" y="2910963"/>
            <a:ext cx="3749100" cy="866400"/>
          </a:xfrm>
          <a:prstGeom prst="rect">
            <a:avLst/>
          </a:prstGeom>
          <a:noFill/>
          <a:ln>
            <a:noFill/>
          </a:ln>
        </p:spPr>
        <p:txBody>
          <a:bodyPr anchorCtr="0" anchor="t" bIns="34275" lIns="68575" spcFirstLastPara="1" rIns="68575" wrap="square" tIns="34275">
            <a:noAutofit/>
          </a:bodyPr>
          <a:lstStyle/>
          <a:p>
            <a:pPr indent="0" lvl="0" marL="0" rtl="0" algn="r">
              <a:spcBef>
                <a:spcPts val="0"/>
              </a:spcBef>
              <a:spcAft>
                <a:spcPts val="0"/>
              </a:spcAft>
              <a:buSzPts val="750"/>
              <a:buNone/>
            </a:pPr>
            <a:r>
              <a:rPr b="0" lang="en-GB" sz="1338">
                <a:solidFill>
                  <a:schemeClr val="dk1"/>
                </a:solidFill>
                <a:latin typeface="Times New Roman"/>
                <a:ea typeface="Times New Roman"/>
                <a:cs typeface="Times New Roman"/>
                <a:sym typeface="Times New Roman"/>
              </a:rPr>
              <a:t>Madhavan Reddiar</a:t>
            </a:r>
            <a:endParaRPr b="0" sz="1338">
              <a:solidFill>
                <a:schemeClr val="dk1"/>
              </a:solidFill>
              <a:latin typeface="Times New Roman"/>
              <a:ea typeface="Times New Roman"/>
              <a:cs typeface="Times New Roman"/>
              <a:sym typeface="Times New Roman"/>
            </a:endParaRPr>
          </a:p>
          <a:p>
            <a:pPr indent="0" lvl="0" marL="0" rtl="0" algn="r">
              <a:spcBef>
                <a:spcPts val="0"/>
              </a:spcBef>
              <a:spcAft>
                <a:spcPts val="0"/>
              </a:spcAft>
              <a:buSzPts val="750"/>
              <a:buNone/>
            </a:pPr>
            <a:r>
              <a:rPr b="0" lang="en-GB" sz="1338">
                <a:solidFill>
                  <a:schemeClr val="dk1"/>
                </a:solidFill>
                <a:latin typeface="Times New Roman"/>
                <a:ea typeface="Times New Roman"/>
                <a:cs typeface="Times New Roman"/>
                <a:sym typeface="Times New Roman"/>
              </a:rPr>
              <a:t>STU69acf8c06e20d1772943552</a:t>
            </a:r>
            <a:endParaRPr b="0" sz="1338">
              <a:solidFill>
                <a:schemeClr val="dk1"/>
              </a:solidFill>
              <a:latin typeface="Times New Roman"/>
              <a:ea typeface="Times New Roman"/>
              <a:cs typeface="Times New Roman"/>
              <a:sym typeface="Times New Roman"/>
            </a:endParaRPr>
          </a:p>
          <a:p>
            <a:pPr indent="0" lvl="0" marL="0" rtl="0" algn="r">
              <a:spcBef>
                <a:spcPts val="800"/>
              </a:spcBef>
              <a:spcAft>
                <a:spcPts val="0"/>
              </a:spcAft>
              <a:buSzPts val="750"/>
              <a:buNone/>
            </a:pPr>
            <a:r>
              <a:rPr b="0" lang="en-GB" sz="1338">
                <a:solidFill>
                  <a:schemeClr val="dk1"/>
                </a:solidFill>
                <a:latin typeface="Times New Roman"/>
                <a:ea typeface="Times New Roman"/>
                <a:cs typeface="Times New Roman"/>
                <a:sym typeface="Times New Roman"/>
              </a:rPr>
              <a:t>SIES College of Arts ,Science and Commerce,</a:t>
            </a:r>
            <a:endParaRPr b="0" sz="1338">
              <a:solidFill>
                <a:schemeClr val="dk1"/>
              </a:solidFill>
              <a:latin typeface="Times New Roman"/>
              <a:ea typeface="Times New Roman"/>
              <a:cs typeface="Times New Roman"/>
              <a:sym typeface="Times New Roman"/>
            </a:endParaRPr>
          </a:p>
          <a:p>
            <a:pPr indent="0" lvl="0" marL="0" rtl="0" algn="r">
              <a:spcBef>
                <a:spcPts val="800"/>
              </a:spcBef>
              <a:spcAft>
                <a:spcPts val="0"/>
              </a:spcAft>
              <a:buSzPts val="750"/>
              <a:buNone/>
            </a:pPr>
            <a:r>
              <a:rPr b="0" lang="en-GB" sz="1338">
                <a:solidFill>
                  <a:schemeClr val="dk1"/>
                </a:solidFill>
                <a:latin typeface="Times New Roman"/>
                <a:ea typeface="Times New Roman"/>
                <a:cs typeface="Times New Roman"/>
                <a:sym typeface="Times New Roman"/>
              </a:rPr>
              <a:t> B.Sc Information Technology</a:t>
            </a:r>
            <a:endParaRPr b="0" sz="1338">
              <a:solidFill>
                <a:schemeClr val="dk1"/>
              </a:solidFill>
              <a:latin typeface="Times New Roman"/>
              <a:ea typeface="Times New Roman"/>
              <a:cs typeface="Times New Roman"/>
              <a:sym typeface="Times New Roman"/>
            </a:endParaRPr>
          </a:p>
        </p:txBody>
      </p:sp>
      <p:sp>
        <p:nvSpPr>
          <p:cNvPr id="239" name="Google Shape;239;p35"/>
          <p:cNvSpPr txBox="1"/>
          <p:nvPr>
            <p:ph type="title"/>
          </p:nvPr>
        </p:nvSpPr>
        <p:spPr>
          <a:xfrm>
            <a:off x="506973" y="1944463"/>
            <a:ext cx="3749100" cy="557700"/>
          </a:xfrm>
          <a:prstGeom prst="rect">
            <a:avLst/>
          </a:prstGeom>
          <a:noFill/>
          <a:ln>
            <a:noFill/>
          </a:ln>
        </p:spPr>
        <p:txBody>
          <a:bodyPr anchorCtr="0" anchor="t" bIns="34275" lIns="68575" spcFirstLastPara="1" rIns="68575" wrap="square" tIns="34275">
            <a:normAutofit fontScale="90000"/>
          </a:bodyPr>
          <a:lstStyle/>
          <a:p>
            <a:pPr indent="0" lvl="0" marL="0" rtl="0" algn="l">
              <a:spcBef>
                <a:spcPts val="0"/>
              </a:spcBef>
              <a:spcAft>
                <a:spcPts val="0"/>
              </a:spcAft>
              <a:buClr>
                <a:schemeClr val="dk1"/>
              </a:buClr>
              <a:buSzPct val="100000"/>
              <a:buFont typeface="Trebuchet MS"/>
              <a:buNone/>
            </a:pPr>
            <a:r>
              <a:rPr lang="en-GB" sz="2400">
                <a:latin typeface="Times New Roman"/>
                <a:ea typeface="Times New Roman"/>
                <a:cs typeface="Times New Roman"/>
                <a:sym typeface="Times New Roman"/>
              </a:rPr>
              <a:t>Seasonal Agriculture Performance Analysis</a:t>
            </a:r>
            <a:endParaRPr sz="2400">
              <a:latin typeface="Times New Roman"/>
              <a:ea typeface="Times New Roman"/>
              <a:cs typeface="Times New Roman"/>
              <a:sym typeface="Times New Roman"/>
            </a:endParaRPr>
          </a:p>
        </p:txBody>
      </p:sp>
      <p:sp>
        <p:nvSpPr>
          <p:cNvPr id="240" name="Google Shape;240;p35"/>
          <p:cNvSpPr txBox="1"/>
          <p:nvPr/>
        </p:nvSpPr>
        <p:spPr>
          <a:xfrm>
            <a:off x="4800600" y="2095501"/>
            <a:ext cx="2484120" cy="646123"/>
          </a:xfrm>
          <a:prstGeom prst="rect">
            <a:avLst/>
          </a:prstGeom>
          <a:noFill/>
          <a:ln>
            <a:noFill/>
          </a:ln>
        </p:spPr>
        <p:txBody>
          <a:bodyPr anchorCtr="0" anchor="t" bIns="34275" lIns="68575" spcFirstLastPara="1" rIns="68575" wrap="square" tIns="34275">
            <a:normAutofit/>
          </a:bodyPr>
          <a:lstStyle/>
          <a:p>
            <a:pPr indent="0" lvl="0" marL="0" marR="0" rtl="0" algn="l">
              <a:spcBef>
                <a:spcPts val="0"/>
              </a:spcBef>
              <a:spcAft>
                <a:spcPts val="0"/>
              </a:spcAft>
              <a:buClr>
                <a:schemeClr val="accent1"/>
              </a:buClr>
              <a:buSzPts val="1400"/>
              <a:buFont typeface="Noto Sans Symbols"/>
              <a:buNone/>
            </a:pPr>
            <a:r>
              <a:t/>
            </a:r>
            <a:endParaRPr b="1" i="0" sz="1800" u="none" cap="none" strike="noStrike">
              <a:solidFill>
                <a:schemeClr val="accent4"/>
              </a:solidFill>
              <a:latin typeface="Trebuchet MS"/>
              <a:ea typeface="Trebuchet MS"/>
              <a:cs typeface="Trebuchet MS"/>
              <a:sym typeface="Trebuchet MS"/>
            </a:endParaRPr>
          </a:p>
        </p:txBody>
      </p:sp>
      <p:pic>
        <p:nvPicPr>
          <p:cNvPr id="241" name="Google Shape;241;p35"/>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242" name="Google Shape;242;p35"/>
          <p:cNvSpPr txBox="1"/>
          <p:nvPr/>
        </p:nvSpPr>
        <p:spPr>
          <a:xfrm>
            <a:off x="365080" y="4513977"/>
            <a:ext cx="23823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u="none" cap="none" strike="noStrike">
                <a:solidFill>
                  <a:schemeClr val="dk1"/>
                </a:solidFill>
                <a:latin typeface="Trebuchet MS"/>
                <a:ea typeface="Trebuchet MS"/>
                <a:cs typeface="Trebuchet MS"/>
                <a:sym typeface="Trebuchet MS"/>
              </a:rPr>
              <a:t>VOIS AICTE Batch 1 2026-2027</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822"/>
                                        <p:tgtEl>
                                          <p:spTgt spid="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0"/>
                                        </p:tgtEl>
                                        <p:attrNameLst>
                                          <p:attrName>style.visibility</p:attrName>
                                        </p:attrNameLst>
                                      </p:cBhvr>
                                      <p:to>
                                        <p:strVal val="visible"/>
                                      </p:to>
                                    </p:set>
                                    <p:anim calcmode="lin" valueType="num">
                                      <p:cBhvr additive="base">
                                        <p:cTn dur="500"/>
                                        <p:tgtEl>
                                          <p:spTgt spid="240"/>
                                        </p:tgtEl>
                                        <p:attrNameLst>
                                          <p:attrName>ppt_w</p:attrName>
                                        </p:attrNameLst>
                                      </p:cBhvr>
                                      <p:tavLst>
                                        <p:tav fmla="" tm="0">
                                          <p:val>
                                            <p:strVal val="0"/>
                                          </p:val>
                                        </p:tav>
                                        <p:tav fmla="" tm="100000">
                                          <p:val>
                                            <p:strVal val="#ppt_w"/>
                                          </p:val>
                                        </p:tav>
                                      </p:tavLst>
                                    </p:anim>
                                    <p:anim calcmode="lin" valueType="num">
                                      <p:cBhvr additive="base">
                                        <p:cTn dur="500"/>
                                        <p:tgtEl>
                                          <p:spTgt spid="24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xEl>
                                              <p:pRg end="0" st="0"/>
                                            </p:txEl>
                                          </p:spTgt>
                                        </p:tgtEl>
                                        <p:attrNameLst>
                                          <p:attrName>style.visibility</p:attrName>
                                        </p:attrNameLst>
                                      </p:cBhvr>
                                      <p:to>
                                        <p:strVal val="visible"/>
                                      </p:to>
                                    </p:set>
                                    <p:animEffect filter="fade" transition="in">
                                      <p:cBhvr>
                                        <p:cTn dur="500"/>
                                        <p:tgtEl>
                                          <p:spTgt spid="2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xEl>
                                              <p:pRg end="1" st="1"/>
                                            </p:txEl>
                                          </p:spTgt>
                                        </p:tgtEl>
                                        <p:attrNameLst>
                                          <p:attrName>style.visibility</p:attrName>
                                        </p:attrNameLst>
                                      </p:cBhvr>
                                      <p:to>
                                        <p:strVal val="visible"/>
                                      </p:to>
                                    </p:set>
                                    <p:animEffect filter="fade" transition="in">
                                      <p:cBhvr>
                                        <p:cTn dur="500"/>
                                        <p:tgtEl>
                                          <p:spTgt spid="2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xEl>
                                              <p:pRg end="2" st="2"/>
                                            </p:txEl>
                                          </p:spTgt>
                                        </p:tgtEl>
                                        <p:attrNameLst>
                                          <p:attrName>style.visibility</p:attrName>
                                        </p:attrNameLst>
                                      </p:cBhvr>
                                      <p:to>
                                        <p:strVal val="visible"/>
                                      </p:to>
                                    </p:set>
                                    <p:animEffect filter="fade" transition="in">
                                      <p:cBhvr>
                                        <p:cTn dur="500"/>
                                        <p:tgtEl>
                                          <p:spTgt spid="2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xEl>
                                              <p:pRg end="3" st="3"/>
                                            </p:txEl>
                                          </p:spTgt>
                                        </p:tgtEl>
                                        <p:attrNameLst>
                                          <p:attrName>style.visibility</p:attrName>
                                        </p:attrNameLst>
                                      </p:cBhvr>
                                      <p:to>
                                        <p:strVal val="visible"/>
                                      </p:to>
                                    </p:set>
                                    <p:animEffect filter="fade" transition="in">
                                      <p:cBhvr>
                                        <p:cTn dur="500"/>
                                        <p:tgtEl>
                                          <p:spTgt spid="23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6"/>
          <p:cNvSpPr txBox="1"/>
          <p:nvPr>
            <p:ph idx="1" type="body"/>
          </p:nvPr>
        </p:nvSpPr>
        <p:spPr>
          <a:xfrm>
            <a:off x="784860" y="1406667"/>
            <a:ext cx="4823460" cy="2705990"/>
          </a:xfrm>
          <a:prstGeom prst="rect">
            <a:avLst/>
          </a:prstGeom>
          <a:noFill/>
          <a:ln>
            <a:noFill/>
          </a:ln>
        </p:spPr>
        <p:txBody>
          <a:bodyPr anchorCtr="0" anchor="t" bIns="34275" lIns="68575" spcFirstLastPara="1" rIns="68575" wrap="square" tIns="34275">
            <a:normAutofit/>
          </a:bodyPr>
          <a:lstStyle/>
          <a:p>
            <a:pPr indent="-260350" lvl="0" marL="254000" rtl="0" algn="l">
              <a:lnSpc>
                <a:spcPct val="130000"/>
              </a:lnSpc>
              <a:spcBef>
                <a:spcPts val="0"/>
              </a:spcBef>
              <a:spcAft>
                <a:spcPts val="0"/>
              </a:spcAft>
              <a:buSzPts val="1100"/>
              <a:buFont typeface="Times New Roman"/>
              <a:buChar char="▪"/>
            </a:pPr>
            <a:r>
              <a:rPr lang="en-GB" sz="1400">
                <a:latin typeface="Times New Roman"/>
                <a:ea typeface="Times New Roman"/>
                <a:cs typeface="Times New Roman"/>
                <a:sym typeface="Times New Roman"/>
              </a:rPr>
              <a:t>Agricultural performance is influenced by seasonal variations in rainfall, temperature, soil conditions, resource use and market conditions.</a:t>
            </a:r>
            <a:endParaRPr>
              <a:latin typeface="Times New Roman"/>
              <a:ea typeface="Times New Roman"/>
              <a:cs typeface="Times New Roman"/>
              <a:sym typeface="Times New Roman"/>
            </a:endParaRPr>
          </a:p>
          <a:p>
            <a:pPr indent="-260350" lvl="0" marL="254000" rtl="0" algn="l">
              <a:lnSpc>
                <a:spcPct val="130000"/>
              </a:lnSpc>
              <a:spcBef>
                <a:spcPts val="800"/>
              </a:spcBef>
              <a:spcAft>
                <a:spcPts val="0"/>
              </a:spcAft>
              <a:buSzPts val="1100"/>
              <a:buFont typeface="Times New Roman"/>
              <a:buChar char="▪"/>
            </a:pPr>
            <a:r>
              <a:rPr lang="en-GB" sz="1400">
                <a:latin typeface="Times New Roman"/>
                <a:ea typeface="Times New Roman"/>
                <a:cs typeface="Times New Roman"/>
                <a:sym typeface="Times New Roman"/>
              </a:rPr>
              <a:t>Raw agricultural data does not clearly explain how performance changes across seasons or what patterns exist.</a:t>
            </a:r>
            <a:endParaRPr>
              <a:latin typeface="Times New Roman"/>
              <a:ea typeface="Times New Roman"/>
              <a:cs typeface="Times New Roman"/>
              <a:sym typeface="Times New Roman"/>
            </a:endParaRPr>
          </a:p>
          <a:p>
            <a:pPr indent="-260350" lvl="0" marL="254000" rtl="0" algn="l">
              <a:lnSpc>
                <a:spcPct val="130000"/>
              </a:lnSpc>
              <a:spcBef>
                <a:spcPts val="800"/>
              </a:spcBef>
              <a:spcAft>
                <a:spcPts val="0"/>
              </a:spcAft>
              <a:buSzPts val="1100"/>
              <a:buFont typeface="Times New Roman"/>
              <a:buChar char="▪"/>
            </a:pPr>
            <a:r>
              <a:rPr lang="en-GB" sz="1400">
                <a:latin typeface="Times New Roman"/>
                <a:ea typeface="Times New Roman"/>
                <a:cs typeface="Times New Roman"/>
                <a:sym typeface="Times New Roman"/>
              </a:rPr>
              <a:t>The problem is to analyze seasonal agricultural data and identify meaningful patterns, trends, relationships and variations in performance across Kharif, Rabi and Zaid seasons.</a:t>
            </a:r>
            <a:endParaRPr>
              <a:latin typeface="Times New Roman"/>
              <a:ea typeface="Times New Roman"/>
              <a:cs typeface="Times New Roman"/>
              <a:sym typeface="Times New Roman"/>
            </a:endParaRPr>
          </a:p>
        </p:txBody>
      </p:sp>
      <p:sp>
        <p:nvSpPr>
          <p:cNvPr id="248" name="Google Shape;248;p36"/>
          <p:cNvSpPr txBox="1"/>
          <p:nvPr>
            <p:ph type="title"/>
          </p:nvPr>
        </p:nvSpPr>
        <p:spPr>
          <a:xfrm>
            <a:off x="565951" y="412813"/>
            <a:ext cx="5246703" cy="592583"/>
          </a:xfrm>
          <a:prstGeom prst="rect">
            <a:avLst/>
          </a:prstGeom>
          <a:noFill/>
          <a:ln>
            <a:noFill/>
          </a:ln>
        </p:spPr>
        <p:txBody>
          <a:bodyPr anchorCtr="0" anchor="t" bIns="34275" lIns="68575" spcFirstLastPara="1" rIns="68575" wrap="square" tIns="34275">
            <a:normAutofit fontScale="90000"/>
          </a:bodyPr>
          <a:lstStyle/>
          <a:p>
            <a:pPr indent="0" lvl="0" marL="0" rtl="0" algn="l">
              <a:spcBef>
                <a:spcPts val="0"/>
              </a:spcBef>
              <a:spcAft>
                <a:spcPts val="0"/>
              </a:spcAft>
              <a:buClr>
                <a:schemeClr val="dk1"/>
              </a:buClr>
              <a:buSzPct val="100000"/>
              <a:buFont typeface="Trebuchet MS"/>
              <a:buNone/>
            </a:pPr>
            <a:r>
              <a:rPr lang="en-GB">
                <a:latin typeface="Times New Roman"/>
                <a:ea typeface="Times New Roman"/>
                <a:cs typeface="Times New Roman"/>
                <a:sym typeface="Times New Roman"/>
              </a:rPr>
              <a:t>PROBLEM  STATEMENT</a:t>
            </a:r>
            <a:endParaRPr>
              <a:latin typeface="Times New Roman"/>
              <a:ea typeface="Times New Roman"/>
              <a:cs typeface="Times New Roman"/>
              <a:sym typeface="Times New Roman"/>
            </a:endParaRPr>
          </a:p>
        </p:txBody>
      </p:sp>
      <p:pic>
        <p:nvPicPr>
          <p:cNvPr id="249" name="Google Shape;249;p36"/>
          <p:cNvPicPr preferRelativeResize="0"/>
          <p:nvPr/>
        </p:nvPicPr>
        <p:blipFill rotWithShape="1">
          <a:blip r:embed="rId3">
            <a:alphaModFix/>
          </a:blip>
          <a:srcRect b="0" l="0" r="0" t="0"/>
          <a:stretch/>
        </p:blipFill>
        <p:spPr>
          <a:xfrm>
            <a:off x="5996763" y="2198125"/>
            <a:ext cx="2070569" cy="2448307"/>
          </a:xfrm>
          <a:prstGeom prst="rect">
            <a:avLst/>
          </a:prstGeom>
          <a:noFill/>
          <a:ln>
            <a:noFill/>
          </a:ln>
        </p:spPr>
      </p:pic>
      <p:pic>
        <p:nvPicPr>
          <p:cNvPr id="250" name="Google Shape;250;p36"/>
          <p:cNvPicPr preferRelativeResize="0"/>
          <p:nvPr/>
        </p:nvPicPr>
        <p:blipFill rotWithShape="1">
          <a:blip r:embed="rId4">
            <a:alphaModFix/>
          </a:blip>
          <a:srcRect b="0" l="0" r="0" t="96181"/>
          <a:stretch/>
        </p:blipFill>
        <p:spPr>
          <a:xfrm>
            <a:off x="506968" y="4853940"/>
            <a:ext cx="1607344" cy="1447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500"/>
                                        <p:tgtEl>
                                          <p:spTgt spid="248"/>
                                        </p:tgtEl>
                                        <p:attrNameLst>
                                          <p:attrName>ppt_w</p:attrName>
                                        </p:attrNameLst>
                                      </p:cBhvr>
                                      <p:tavLst>
                                        <p:tav fmla="" tm="0">
                                          <p:val>
                                            <p:strVal val="0"/>
                                          </p:val>
                                        </p:tav>
                                        <p:tav fmla="" tm="100000">
                                          <p:val>
                                            <p:strVal val="#ppt_w"/>
                                          </p:val>
                                        </p:tav>
                                      </p:tavLst>
                                    </p:anim>
                                    <p:anim calcmode="lin" valueType="num">
                                      <p:cBhvr additive="base">
                                        <p:cTn dur="500"/>
                                        <p:tgtEl>
                                          <p:spTgt spid="24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0" st="0"/>
                                            </p:txEl>
                                          </p:spTgt>
                                        </p:tgtEl>
                                        <p:attrNameLst>
                                          <p:attrName>style.visibility</p:attrName>
                                        </p:attrNameLst>
                                      </p:cBhvr>
                                      <p:to>
                                        <p:strVal val="visible"/>
                                      </p:to>
                                    </p:set>
                                    <p:animEffect filter="fade" transition="in">
                                      <p:cBhvr>
                                        <p:cTn dur="1000"/>
                                        <p:tgtEl>
                                          <p:spTgt spid="2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1" st="1"/>
                                            </p:txEl>
                                          </p:spTgt>
                                        </p:tgtEl>
                                        <p:attrNameLst>
                                          <p:attrName>style.visibility</p:attrName>
                                        </p:attrNameLst>
                                      </p:cBhvr>
                                      <p:to>
                                        <p:strVal val="visible"/>
                                      </p:to>
                                    </p:set>
                                    <p:animEffect filter="fade" transition="in">
                                      <p:cBhvr>
                                        <p:cTn dur="1000"/>
                                        <p:tgtEl>
                                          <p:spTgt spid="2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2" st="2"/>
                                            </p:txEl>
                                          </p:spTgt>
                                        </p:tgtEl>
                                        <p:attrNameLst>
                                          <p:attrName>style.visibility</p:attrName>
                                        </p:attrNameLst>
                                      </p:cBhvr>
                                      <p:to>
                                        <p:strVal val="visible"/>
                                      </p:to>
                                    </p:set>
                                    <p:animEffect filter="fade" transition="in">
                                      <p:cBhvr>
                                        <p:cTn dur="1000"/>
                                        <p:tgtEl>
                                          <p:spTgt spid="24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54" name="Shape 254"/>
        <p:cNvGrpSpPr/>
        <p:nvPr/>
      </p:nvGrpSpPr>
      <p:grpSpPr>
        <a:xfrm>
          <a:off x="0" y="0"/>
          <a:ext cx="0" cy="0"/>
          <a:chOff x="0" y="0"/>
          <a:chExt cx="0" cy="0"/>
        </a:xfrm>
      </p:grpSpPr>
      <p:sp>
        <p:nvSpPr>
          <p:cNvPr id="255" name="Google Shape;255;p37"/>
          <p:cNvSpPr txBox="1"/>
          <p:nvPr>
            <p:ph type="title"/>
          </p:nvPr>
        </p:nvSpPr>
        <p:spPr>
          <a:xfrm>
            <a:off x="495299" y="603910"/>
            <a:ext cx="4707082" cy="623248"/>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3600"/>
              <a:buFont typeface="Trebuchet MS"/>
              <a:buNone/>
            </a:pPr>
            <a:r>
              <a:rPr lang="en-GB">
                <a:latin typeface="Times New Roman"/>
                <a:ea typeface="Times New Roman"/>
                <a:cs typeface="Times New Roman"/>
                <a:sym typeface="Times New Roman"/>
              </a:rPr>
              <a:t>Project Description</a:t>
            </a:r>
            <a:endParaRPr>
              <a:latin typeface="Times New Roman"/>
              <a:ea typeface="Times New Roman"/>
              <a:cs typeface="Times New Roman"/>
              <a:sym typeface="Times New Roman"/>
            </a:endParaRPr>
          </a:p>
        </p:txBody>
      </p:sp>
      <p:pic>
        <p:nvPicPr>
          <p:cNvPr id="256" name="Google Shape;256;p37"/>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pic>
        <p:nvPicPr>
          <p:cNvPr id="257" name="Google Shape;257;p37"/>
          <p:cNvPicPr preferRelativeResize="0"/>
          <p:nvPr/>
        </p:nvPicPr>
        <p:blipFill rotWithShape="1">
          <a:blip r:embed="rId4">
            <a:alphaModFix/>
          </a:blip>
          <a:srcRect b="0" l="0" r="0" t="0"/>
          <a:stretch/>
        </p:blipFill>
        <p:spPr>
          <a:xfrm>
            <a:off x="350519" y="4807846"/>
            <a:ext cx="2779690" cy="222069"/>
          </a:xfrm>
          <a:prstGeom prst="rect">
            <a:avLst/>
          </a:prstGeom>
          <a:noFill/>
          <a:ln>
            <a:noFill/>
          </a:ln>
        </p:spPr>
      </p:pic>
      <p:sp>
        <p:nvSpPr>
          <p:cNvPr id="258" name="Google Shape;258;p37"/>
          <p:cNvSpPr txBox="1"/>
          <p:nvPr/>
        </p:nvSpPr>
        <p:spPr>
          <a:xfrm>
            <a:off x="578600" y="1940575"/>
            <a:ext cx="5004900" cy="268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3600"/>
              <a:buFont typeface="Trebuchet MS"/>
              <a:buNone/>
            </a:pPr>
            <a:r>
              <a:rPr lang="en-GB" sz="1700">
                <a:solidFill>
                  <a:schemeClr val="dk1"/>
                </a:solidFill>
                <a:latin typeface="Times New Roman"/>
                <a:ea typeface="Times New Roman"/>
                <a:cs typeface="Times New Roman"/>
                <a:sym typeface="Times New Roman"/>
              </a:rPr>
              <a:t>The dataset covers 4000 farm records across 8 Indian states, 8 crops and 3 seasons (Kharif, Rabi, Zaid), capturing environmental conditions, resource usage (fertilizer, pesticide, water, NPK), and economic outcomes (yield, cost, revenue, profit). The project cleans and explores this data to uncover seasonal patterns and relationships, and derive evidence-based recommendations for agricultural planning.</a:t>
            </a:r>
            <a:br>
              <a:rPr lang="en-GB" sz="1700">
                <a:solidFill>
                  <a:schemeClr val="dk1"/>
                </a:solidFill>
                <a:latin typeface="Times New Roman"/>
                <a:ea typeface="Times New Roman"/>
                <a:cs typeface="Times New Roman"/>
                <a:sym typeface="Times New Roman"/>
              </a:rPr>
            </a:br>
            <a:endParaRPr sz="1700">
              <a:solidFill>
                <a:srgbClr val="3F3F3F"/>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5"/>
                                        </p:tgtEl>
                                        <p:attrNameLst>
                                          <p:attrName>style.visibility</p:attrName>
                                        </p:attrNameLst>
                                      </p:cBhvr>
                                      <p:to>
                                        <p:strVal val="visible"/>
                                      </p:to>
                                    </p:set>
                                    <p:anim calcmode="lin" valueType="num">
                                      <p:cBhvr additive="base">
                                        <p:cTn dur="500"/>
                                        <p:tgtEl>
                                          <p:spTgt spid="255"/>
                                        </p:tgtEl>
                                        <p:attrNameLst>
                                          <p:attrName>ppt_w</p:attrName>
                                        </p:attrNameLst>
                                      </p:cBhvr>
                                      <p:tavLst>
                                        <p:tav fmla="" tm="0">
                                          <p:val>
                                            <p:strVal val="0"/>
                                          </p:val>
                                        </p:tav>
                                        <p:tav fmla="" tm="100000">
                                          <p:val>
                                            <p:strVal val="#ppt_w"/>
                                          </p:val>
                                        </p:tav>
                                      </p:tavLst>
                                    </p:anim>
                                    <p:anim calcmode="lin" valueType="num">
                                      <p:cBhvr additive="base">
                                        <p:cTn dur="500"/>
                                        <p:tgtEl>
                                          <p:spTgt spid="25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8"/>
          <p:cNvSpPr txBox="1"/>
          <p:nvPr>
            <p:ph idx="1" type="body"/>
          </p:nvPr>
        </p:nvSpPr>
        <p:spPr>
          <a:xfrm>
            <a:off x="541019" y="1493520"/>
            <a:ext cx="5928361" cy="2992517"/>
          </a:xfrm>
          <a:prstGeom prst="rect">
            <a:avLst/>
          </a:prstGeom>
          <a:noFill/>
          <a:ln>
            <a:noFill/>
          </a:ln>
        </p:spPr>
        <p:txBody>
          <a:bodyPr anchorCtr="0" anchor="t" bIns="34275" lIns="68575" spcFirstLastPara="1" rIns="68575" wrap="square" tIns="34275">
            <a:normAutofit/>
          </a:bodyPr>
          <a:lstStyle/>
          <a:p>
            <a:pPr indent="-222250" lvl="0" marL="215900" rtl="0" algn="l">
              <a:lnSpc>
                <a:spcPct val="150000"/>
              </a:lnSpc>
              <a:spcBef>
                <a:spcPts val="0"/>
              </a:spcBef>
              <a:spcAft>
                <a:spcPts val="0"/>
              </a:spcAft>
              <a:buSzPts val="1300"/>
              <a:buFont typeface="Times New Roman"/>
              <a:buChar char="•"/>
            </a:pPr>
            <a:r>
              <a:rPr lang="en-GB" sz="1600">
                <a:latin typeface="Times New Roman"/>
                <a:ea typeface="Times New Roman"/>
                <a:cs typeface="Times New Roman"/>
                <a:sym typeface="Times New Roman"/>
              </a:rPr>
              <a:t>Farmers and agricultural cooperatives planning seasonal crop and resource decisions</a:t>
            </a:r>
            <a:endParaRPr sz="1600">
              <a:latin typeface="Times New Roman"/>
              <a:ea typeface="Times New Roman"/>
              <a:cs typeface="Times New Roman"/>
              <a:sym typeface="Times New Roman"/>
            </a:endParaRPr>
          </a:p>
          <a:p>
            <a:pPr indent="-222250" lvl="0" marL="215900" rtl="0" algn="l">
              <a:lnSpc>
                <a:spcPct val="150000"/>
              </a:lnSpc>
              <a:spcBef>
                <a:spcPts val="800"/>
              </a:spcBef>
              <a:spcAft>
                <a:spcPts val="0"/>
              </a:spcAft>
              <a:buSzPts val="1300"/>
              <a:buFont typeface="Times New Roman"/>
              <a:buChar char="•"/>
            </a:pPr>
            <a:r>
              <a:rPr lang="en-GB" sz="1600">
                <a:latin typeface="Times New Roman"/>
                <a:ea typeface="Times New Roman"/>
                <a:cs typeface="Times New Roman"/>
                <a:sym typeface="Times New Roman"/>
              </a:rPr>
              <a:t>Government agricultural policy makers and planning departments</a:t>
            </a:r>
            <a:endParaRPr sz="1600">
              <a:latin typeface="Times New Roman"/>
              <a:ea typeface="Times New Roman"/>
              <a:cs typeface="Times New Roman"/>
              <a:sym typeface="Times New Roman"/>
            </a:endParaRPr>
          </a:p>
          <a:p>
            <a:pPr indent="-222250" lvl="0" marL="215900" rtl="0" algn="l">
              <a:lnSpc>
                <a:spcPct val="150000"/>
              </a:lnSpc>
              <a:spcBef>
                <a:spcPts val="800"/>
              </a:spcBef>
              <a:spcAft>
                <a:spcPts val="0"/>
              </a:spcAft>
              <a:buSzPts val="1300"/>
              <a:buFont typeface="Times New Roman"/>
              <a:buChar char="•"/>
            </a:pPr>
            <a:r>
              <a:rPr lang="en-GB" sz="1600">
                <a:latin typeface="Times New Roman"/>
                <a:ea typeface="Times New Roman"/>
                <a:cs typeface="Times New Roman"/>
                <a:sym typeface="Times New Roman"/>
              </a:rPr>
              <a:t>Agribusiness and supply chain companies forecasting seasonal output</a:t>
            </a:r>
            <a:endParaRPr sz="1600">
              <a:latin typeface="Times New Roman"/>
              <a:ea typeface="Times New Roman"/>
              <a:cs typeface="Times New Roman"/>
              <a:sym typeface="Times New Roman"/>
            </a:endParaRPr>
          </a:p>
          <a:p>
            <a:pPr indent="-222250" lvl="0" marL="215900" rtl="0" algn="l">
              <a:lnSpc>
                <a:spcPct val="150000"/>
              </a:lnSpc>
              <a:spcBef>
                <a:spcPts val="800"/>
              </a:spcBef>
              <a:spcAft>
                <a:spcPts val="0"/>
              </a:spcAft>
              <a:buSzPts val="1300"/>
              <a:buFont typeface="Times New Roman"/>
              <a:buChar char="•"/>
            </a:pPr>
            <a:r>
              <a:rPr lang="en-GB" sz="1600">
                <a:latin typeface="Times New Roman"/>
                <a:ea typeface="Times New Roman"/>
                <a:cs typeface="Times New Roman"/>
                <a:sym typeface="Times New Roman"/>
              </a:rPr>
              <a:t>Researchers and data analysts studying seasonal agricultural trends</a:t>
            </a:r>
            <a:endParaRPr sz="1600">
              <a:latin typeface="Times New Roman"/>
              <a:ea typeface="Times New Roman"/>
              <a:cs typeface="Times New Roman"/>
              <a:sym typeface="Times New Roman"/>
            </a:endParaRPr>
          </a:p>
        </p:txBody>
      </p:sp>
      <p:sp>
        <p:nvSpPr>
          <p:cNvPr id="264" name="Google Shape;264;p38"/>
          <p:cNvSpPr txBox="1"/>
          <p:nvPr>
            <p:ph type="title"/>
          </p:nvPr>
        </p:nvSpPr>
        <p:spPr>
          <a:xfrm>
            <a:off x="465006" y="657463"/>
            <a:ext cx="7534553" cy="601981"/>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2400"/>
              <a:buFont typeface="Trebuchet MS"/>
              <a:buNone/>
            </a:pPr>
            <a:r>
              <a:rPr lang="en-GB" sz="2400">
                <a:latin typeface="Times New Roman"/>
                <a:ea typeface="Times New Roman"/>
                <a:cs typeface="Times New Roman"/>
                <a:sym typeface="Times New Roman"/>
              </a:rPr>
              <a:t>WHO ARE THE END USERS?</a:t>
            </a:r>
            <a:endParaRPr sz="1500">
              <a:latin typeface="Times New Roman"/>
              <a:ea typeface="Times New Roman"/>
              <a:cs typeface="Times New Roman"/>
              <a:sym typeface="Times New Roman"/>
            </a:endParaRPr>
          </a:p>
        </p:txBody>
      </p:sp>
      <p:pic>
        <p:nvPicPr>
          <p:cNvPr id="265" name="Google Shape;265;p38"/>
          <p:cNvPicPr preferRelativeResize="0"/>
          <p:nvPr/>
        </p:nvPicPr>
        <p:blipFill rotWithShape="1">
          <a:blip r:embed="rId3">
            <a:alphaModFix/>
          </a:blip>
          <a:srcRect b="0" l="0" r="0" t="0"/>
          <a:stretch/>
        </p:blipFill>
        <p:spPr>
          <a:xfrm>
            <a:off x="541019" y="4632603"/>
            <a:ext cx="1635919" cy="3643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4"/>
                                        </p:tgtEl>
                                        <p:attrNameLst>
                                          <p:attrName>style.visibility</p:attrName>
                                        </p:attrNameLst>
                                      </p:cBhvr>
                                      <p:to>
                                        <p:strVal val="visible"/>
                                      </p:to>
                                    </p:set>
                                    <p:anim calcmode="lin" valueType="num">
                                      <p:cBhvr additive="base">
                                        <p:cTn dur="500"/>
                                        <p:tgtEl>
                                          <p:spTgt spid="264"/>
                                        </p:tgtEl>
                                        <p:attrNameLst>
                                          <p:attrName>ppt_w</p:attrName>
                                        </p:attrNameLst>
                                      </p:cBhvr>
                                      <p:tavLst>
                                        <p:tav fmla="" tm="0">
                                          <p:val>
                                            <p:strVal val="0"/>
                                          </p:val>
                                        </p:tav>
                                        <p:tav fmla="" tm="100000">
                                          <p:val>
                                            <p:strVal val="#ppt_w"/>
                                          </p:val>
                                        </p:tav>
                                      </p:tavLst>
                                    </p:anim>
                                    <p:anim calcmode="lin" valueType="num">
                                      <p:cBhvr additive="base">
                                        <p:cTn dur="500"/>
                                        <p:tgtEl>
                                          <p:spTgt spid="26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0" st="0"/>
                                            </p:txEl>
                                          </p:spTgt>
                                        </p:tgtEl>
                                        <p:attrNameLst>
                                          <p:attrName>style.visibility</p:attrName>
                                        </p:attrNameLst>
                                      </p:cBhvr>
                                      <p:to>
                                        <p:strVal val="visible"/>
                                      </p:to>
                                    </p:set>
                                    <p:animEffect filter="fade" transition="in">
                                      <p:cBhvr>
                                        <p:cTn dur="1000"/>
                                        <p:tgtEl>
                                          <p:spTgt spid="2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 st="1"/>
                                            </p:txEl>
                                          </p:spTgt>
                                        </p:tgtEl>
                                        <p:attrNameLst>
                                          <p:attrName>style.visibility</p:attrName>
                                        </p:attrNameLst>
                                      </p:cBhvr>
                                      <p:to>
                                        <p:strVal val="visible"/>
                                      </p:to>
                                    </p:set>
                                    <p:animEffect filter="fade" transition="in">
                                      <p:cBhvr>
                                        <p:cTn dur="1000"/>
                                        <p:tgtEl>
                                          <p:spTgt spid="2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2" st="2"/>
                                            </p:txEl>
                                          </p:spTgt>
                                        </p:tgtEl>
                                        <p:attrNameLst>
                                          <p:attrName>style.visibility</p:attrName>
                                        </p:attrNameLst>
                                      </p:cBhvr>
                                      <p:to>
                                        <p:strVal val="visible"/>
                                      </p:to>
                                    </p:set>
                                    <p:animEffect filter="fade" transition="in">
                                      <p:cBhvr>
                                        <p:cTn dur="1000"/>
                                        <p:tgtEl>
                                          <p:spTgt spid="2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3" st="3"/>
                                            </p:txEl>
                                          </p:spTgt>
                                        </p:tgtEl>
                                        <p:attrNameLst>
                                          <p:attrName>style.visibility</p:attrName>
                                        </p:attrNameLst>
                                      </p:cBhvr>
                                      <p:to>
                                        <p:strVal val="visible"/>
                                      </p:to>
                                    </p:set>
                                    <p:animEffect filter="fade" transition="in">
                                      <p:cBhvr>
                                        <p:cTn dur="1000"/>
                                        <p:tgtEl>
                                          <p:spTgt spid="263">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70" name="Shape 270"/>
        <p:cNvGrpSpPr/>
        <p:nvPr/>
      </p:nvGrpSpPr>
      <p:grpSpPr>
        <a:xfrm>
          <a:off x="0" y="0"/>
          <a:ext cx="0" cy="0"/>
          <a:chOff x="0" y="0"/>
          <a:chExt cx="0" cy="0"/>
        </a:xfrm>
      </p:grpSpPr>
      <p:pic>
        <p:nvPicPr>
          <p:cNvPr id="271" name="Google Shape;271;p39"/>
          <p:cNvPicPr preferRelativeResize="0"/>
          <p:nvPr/>
        </p:nvPicPr>
        <p:blipFill rotWithShape="1">
          <a:blip r:embed="rId3">
            <a:alphaModFix/>
          </a:blip>
          <a:srcRect b="0" l="0" r="0" t="0"/>
          <a:stretch/>
        </p:blipFill>
        <p:spPr>
          <a:xfrm>
            <a:off x="350519" y="4807846"/>
            <a:ext cx="2779690" cy="222069"/>
          </a:xfrm>
          <a:prstGeom prst="rect">
            <a:avLst/>
          </a:prstGeom>
          <a:noFill/>
          <a:ln>
            <a:noFill/>
          </a:ln>
        </p:spPr>
      </p:pic>
      <p:pic>
        <p:nvPicPr>
          <p:cNvPr id="272" name="Google Shape;272;p39"/>
          <p:cNvPicPr preferRelativeResize="0"/>
          <p:nvPr/>
        </p:nvPicPr>
        <p:blipFill rotWithShape="1">
          <a:blip r:embed="rId4">
            <a:alphaModFix/>
          </a:blip>
          <a:srcRect b="0" l="0" r="0" t="0"/>
          <a:stretch/>
        </p:blipFill>
        <p:spPr>
          <a:xfrm flipH="1">
            <a:off x="38100" y="2865120"/>
            <a:ext cx="1295400" cy="2257518"/>
          </a:xfrm>
          <a:prstGeom prst="rect">
            <a:avLst/>
          </a:prstGeom>
          <a:noFill/>
          <a:ln>
            <a:noFill/>
          </a:ln>
        </p:spPr>
      </p:pic>
      <p:sp>
        <p:nvSpPr>
          <p:cNvPr id="273" name="Google Shape;273;p39"/>
          <p:cNvSpPr txBox="1"/>
          <p:nvPr>
            <p:ph idx="1" type="body"/>
          </p:nvPr>
        </p:nvSpPr>
        <p:spPr>
          <a:xfrm>
            <a:off x="292964" y="1074420"/>
            <a:ext cx="6770777" cy="3932586"/>
          </a:xfrm>
          <a:prstGeom prst="rect">
            <a:avLst/>
          </a:prstGeom>
          <a:noFill/>
          <a:ln>
            <a:noFill/>
          </a:ln>
        </p:spPr>
        <p:txBody>
          <a:bodyPr anchorCtr="0" anchor="t" bIns="34275" lIns="68575" spcFirstLastPara="1" rIns="68575" wrap="square" tIns="34275">
            <a:normAutofit/>
          </a:bodyPr>
          <a:lstStyle/>
          <a:p>
            <a:pPr indent="-215900" lvl="0" marL="215900" rtl="0" algn="l">
              <a:lnSpc>
                <a:spcPct val="150000"/>
              </a:lnSpc>
              <a:spcBef>
                <a:spcPts val="0"/>
              </a:spcBef>
              <a:spcAft>
                <a:spcPts val="0"/>
              </a:spcAft>
              <a:buSzPts val="1200"/>
              <a:buFont typeface="Times New Roman"/>
              <a:buChar char="•"/>
            </a:pPr>
            <a:r>
              <a:rPr lang="en-GB" sz="1500">
                <a:latin typeface="Times New Roman"/>
                <a:ea typeface="Times New Roman"/>
                <a:cs typeface="Times New Roman"/>
                <a:sym typeface="Times New Roman"/>
              </a:rPr>
              <a:t>Python – Pandas, NumPy for data cleaning and analysis</a:t>
            </a:r>
            <a:endParaRPr>
              <a:latin typeface="Times New Roman"/>
              <a:ea typeface="Times New Roman"/>
              <a:cs typeface="Times New Roman"/>
              <a:sym typeface="Times New Roman"/>
            </a:endParaRPr>
          </a:p>
          <a:p>
            <a:pPr indent="-215900" lvl="0" marL="215900" rtl="0" algn="l">
              <a:lnSpc>
                <a:spcPct val="150000"/>
              </a:lnSpc>
              <a:spcBef>
                <a:spcPts val="800"/>
              </a:spcBef>
              <a:spcAft>
                <a:spcPts val="0"/>
              </a:spcAft>
              <a:buSzPts val="1200"/>
              <a:buFont typeface="Times New Roman"/>
              <a:buChar char="•"/>
            </a:pPr>
            <a:r>
              <a:rPr lang="en-GB" sz="1500">
                <a:latin typeface="Times New Roman"/>
                <a:ea typeface="Times New Roman"/>
                <a:cs typeface="Times New Roman"/>
                <a:sym typeface="Times New Roman"/>
              </a:rPr>
              <a:t>Matplotlib &amp; Seaborn for data visualization</a:t>
            </a:r>
            <a:endParaRPr>
              <a:latin typeface="Times New Roman"/>
              <a:ea typeface="Times New Roman"/>
              <a:cs typeface="Times New Roman"/>
              <a:sym typeface="Times New Roman"/>
            </a:endParaRPr>
          </a:p>
          <a:p>
            <a:pPr indent="-215900" lvl="0" marL="215900" rtl="0" algn="l">
              <a:lnSpc>
                <a:spcPct val="150000"/>
              </a:lnSpc>
              <a:spcBef>
                <a:spcPts val="800"/>
              </a:spcBef>
              <a:spcAft>
                <a:spcPts val="0"/>
              </a:spcAft>
              <a:buSzPts val="1200"/>
              <a:buFont typeface="Times New Roman"/>
              <a:buChar char="•"/>
            </a:pPr>
            <a:r>
              <a:rPr lang="en-GB" sz="1500">
                <a:latin typeface="Times New Roman"/>
                <a:ea typeface="Times New Roman"/>
                <a:cs typeface="Times New Roman"/>
                <a:sym typeface="Times New Roman"/>
              </a:rPr>
              <a:t>SciPy for statistical testing (ANOVA)</a:t>
            </a:r>
            <a:endParaRPr>
              <a:latin typeface="Times New Roman"/>
              <a:ea typeface="Times New Roman"/>
              <a:cs typeface="Times New Roman"/>
              <a:sym typeface="Times New Roman"/>
            </a:endParaRPr>
          </a:p>
          <a:p>
            <a:pPr indent="-215900" lvl="0" marL="215900" rtl="0" algn="l">
              <a:lnSpc>
                <a:spcPct val="150000"/>
              </a:lnSpc>
              <a:spcBef>
                <a:spcPts val="800"/>
              </a:spcBef>
              <a:spcAft>
                <a:spcPts val="0"/>
              </a:spcAft>
              <a:buSzPts val="1200"/>
              <a:buFont typeface="Times New Roman"/>
              <a:buChar char="•"/>
            </a:pPr>
            <a:r>
              <a:rPr lang="en-GB" sz="1500">
                <a:latin typeface="Times New Roman"/>
                <a:ea typeface="Times New Roman"/>
                <a:cs typeface="Times New Roman"/>
                <a:sym typeface="Times New Roman"/>
              </a:rPr>
              <a:t>Google Colab / Jupyter Notebook as the development environment</a:t>
            </a:r>
            <a:endParaRPr>
              <a:latin typeface="Times New Roman"/>
              <a:ea typeface="Times New Roman"/>
              <a:cs typeface="Times New Roman"/>
              <a:sym typeface="Times New Roman"/>
            </a:endParaRPr>
          </a:p>
        </p:txBody>
      </p:sp>
      <p:sp>
        <p:nvSpPr>
          <p:cNvPr id="274" name="Google Shape;274;p39"/>
          <p:cNvSpPr txBox="1"/>
          <p:nvPr>
            <p:ph type="title"/>
          </p:nvPr>
        </p:nvSpPr>
        <p:spPr>
          <a:xfrm>
            <a:off x="495299" y="322925"/>
            <a:ext cx="3979718" cy="635863"/>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3600"/>
              <a:buFont typeface="Trebuchet MS"/>
              <a:buNone/>
            </a:pPr>
            <a:r>
              <a:rPr lang="en-GB">
                <a:latin typeface="Times New Roman"/>
                <a:ea typeface="Times New Roman"/>
                <a:cs typeface="Times New Roman"/>
                <a:sym typeface="Times New Roman"/>
              </a:rPr>
              <a:t>Technology Used</a:t>
            </a:r>
            <a:endParaRPr>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4"/>
                                        </p:tgtEl>
                                        <p:attrNameLst>
                                          <p:attrName>style.visibility</p:attrName>
                                        </p:attrNameLst>
                                      </p:cBhvr>
                                      <p:to>
                                        <p:strVal val="visible"/>
                                      </p:to>
                                    </p:set>
                                    <p:anim calcmode="lin" valueType="num">
                                      <p:cBhvr additive="base">
                                        <p:cTn dur="500"/>
                                        <p:tgtEl>
                                          <p:spTgt spid="274"/>
                                        </p:tgtEl>
                                        <p:attrNameLst>
                                          <p:attrName>ppt_w</p:attrName>
                                        </p:attrNameLst>
                                      </p:cBhvr>
                                      <p:tavLst>
                                        <p:tav fmla="" tm="0">
                                          <p:val>
                                            <p:strVal val="0"/>
                                          </p:val>
                                        </p:tav>
                                        <p:tav fmla="" tm="100000">
                                          <p:val>
                                            <p:strVal val="#ppt_w"/>
                                          </p:val>
                                        </p:tav>
                                      </p:tavLst>
                                    </p:anim>
                                    <p:anim calcmode="lin" valueType="num">
                                      <p:cBhvr additive="base">
                                        <p:cTn dur="500"/>
                                        <p:tgtEl>
                                          <p:spTgt spid="27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0" st="0"/>
                                            </p:txEl>
                                          </p:spTgt>
                                        </p:tgtEl>
                                        <p:attrNameLst>
                                          <p:attrName>style.visibility</p:attrName>
                                        </p:attrNameLst>
                                      </p:cBhvr>
                                      <p:to>
                                        <p:strVal val="visible"/>
                                      </p:to>
                                    </p:set>
                                    <p:animEffect filter="fade" transition="in">
                                      <p:cBhvr>
                                        <p:cTn dur="1000"/>
                                        <p:tgtEl>
                                          <p:spTgt spid="2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1" st="1"/>
                                            </p:txEl>
                                          </p:spTgt>
                                        </p:tgtEl>
                                        <p:attrNameLst>
                                          <p:attrName>style.visibility</p:attrName>
                                        </p:attrNameLst>
                                      </p:cBhvr>
                                      <p:to>
                                        <p:strVal val="visible"/>
                                      </p:to>
                                    </p:set>
                                    <p:animEffect filter="fade" transition="in">
                                      <p:cBhvr>
                                        <p:cTn dur="1000"/>
                                        <p:tgtEl>
                                          <p:spTgt spid="2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2" st="2"/>
                                            </p:txEl>
                                          </p:spTgt>
                                        </p:tgtEl>
                                        <p:attrNameLst>
                                          <p:attrName>style.visibility</p:attrName>
                                        </p:attrNameLst>
                                      </p:cBhvr>
                                      <p:to>
                                        <p:strVal val="visible"/>
                                      </p:to>
                                    </p:set>
                                    <p:animEffect filter="fade" transition="in">
                                      <p:cBhvr>
                                        <p:cTn dur="1000"/>
                                        <p:tgtEl>
                                          <p:spTgt spid="2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3" st="3"/>
                                            </p:txEl>
                                          </p:spTgt>
                                        </p:tgtEl>
                                        <p:attrNameLst>
                                          <p:attrName>style.visibility</p:attrName>
                                        </p:attrNameLst>
                                      </p:cBhvr>
                                      <p:to>
                                        <p:strVal val="visible"/>
                                      </p:to>
                                    </p:set>
                                    <p:animEffect filter="fade" transition="in">
                                      <p:cBhvr>
                                        <p:cTn dur="1000"/>
                                        <p:tgtEl>
                                          <p:spTgt spid="273">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p40"/>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280" name="Google Shape;280;p40"/>
          <p:cNvSpPr txBox="1"/>
          <p:nvPr>
            <p:ph type="title"/>
          </p:nvPr>
        </p:nvSpPr>
        <p:spPr>
          <a:xfrm>
            <a:off x="506968" y="277942"/>
            <a:ext cx="6375000" cy="623248"/>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3600"/>
              <a:buFont typeface="Trebuchet MS"/>
              <a:buNone/>
            </a:pPr>
            <a:r>
              <a:rPr lang="en-GB" sz="2900">
                <a:latin typeface="Times New Roman"/>
                <a:ea typeface="Times New Roman"/>
                <a:cs typeface="Times New Roman"/>
                <a:sym typeface="Times New Roman"/>
              </a:rPr>
              <a:t>Seasonal Yield &amp; Profit Comparison</a:t>
            </a:r>
            <a:endParaRPr sz="2900">
              <a:latin typeface="Times New Roman"/>
              <a:ea typeface="Times New Roman"/>
              <a:cs typeface="Times New Roman"/>
              <a:sym typeface="Times New Roman"/>
            </a:endParaRPr>
          </a:p>
        </p:txBody>
      </p:sp>
      <p:sp>
        <p:nvSpPr>
          <p:cNvPr id="281" name="Google Shape;281;p40"/>
          <p:cNvSpPr txBox="1"/>
          <p:nvPr/>
        </p:nvSpPr>
        <p:spPr>
          <a:xfrm>
            <a:off x="240737"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282" name="Google Shape;282;p40"/>
          <p:cNvSpPr txBox="1"/>
          <p:nvPr/>
        </p:nvSpPr>
        <p:spPr>
          <a:xfrm>
            <a:off x="3259271"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283" name="Google Shape;283;p40"/>
          <p:cNvSpPr txBox="1"/>
          <p:nvPr>
            <p:ph idx="1" type="body"/>
          </p:nvPr>
        </p:nvSpPr>
        <p:spPr>
          <a:xfrm>
            <a:off x="428625" y="975150"/>
            <a:ext cx="6000000" cy="525000"/>
          </a:xfrm>
          <a:prstGeom prst="rect">
            <a:avLst/>
          </a:prstGeom>
          <a:noFill/>
          <a:ln>
            <a:noFill/>
          </a:ln>
        </p:spPr>
        <p:txBody>
          <a:bodyPr anchorCtr="0" anchor="t" bIns="34275" lIns="68575" spcFirstLastPara="1" rIns="68575" wrap="square" tIns="34275">
            <a:normAutofit lnSpcReduction="10000"/>
          </a:bodyPr>
          <a:lstStyle/>
          <a:p>
            <a:pPr indent="0" lvl="0" marL="0" rtl="0" algn="l">
              <a:spcBef>
                <a:spcPts val="0"/>
              </a:spcBef>
              <a:spcAft>
                <a:spcPts val="0"/>
              </a:spcAft>
              <a:buSzPts val="1200"/>
              <a:buNone/>
            </a:pPr>
            <a:r>
              <a:rPr lang="en-GB">
                <a:latin typeface="Times New Roman"/>
                <a:ea typeface="Times New Roman"/>
                <a:cs typeface="Times New Roman"/>
                <a:sym typeface="Times New Roman"/>
              </a:rPr>
              <a:t>Yield and profit both vary meaningfully across Kharif, Rabi and Zaid seasons.</a:t>
            </a:r>
            <a:endParaRPr>
              <a:latin typeface="Times New Roman"/>
              <a:ea typeface="Times New Roman"/>
              <a:cs typeface="Times New Roman"/>
              <a:sym typeface="Times New Roman"/>
            </a:endParaRPr>
          </a:p>
        </p:txBody>
      </p:sp>
      <p:pic>
        <p:nvPicPr>
          <p:cNvPr id="284" name="Google Shape;284;p40"/>
          <p:cNvPicPr preferRelativeResize="0"/>
          <p:nvPr/>
        </p:nvPicPr>
        <p:blipFill rotWithShape="1">
          <a:blip r:embed="rId4">
            <a:alphaModFix/>
          </a:blip>
          <a:srcRect b="0" l="0" r="0" t="0"/>
          <a:stretch/>
        </p:blipFill>
        <p:spPr>
          <a:xfrm>
            <a:off x="428625" y="2224465"/>
            <a:ext cx="5829300" cy="20385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0"/>
                                        </p:tgtEl>
                                        <p:attrNameLst>
                                          <p:attrName>style.visibility</p:attrName>
                                        </p:attrNameLst>
                                      </p:cBhvr>
                                      <p:to>
                                        <p:strVal val="visible"/>
                                      </p:to>
                                    </p:set>
                                    <p:anim calcmode="lin" valueType="num">
                                      <p:cBhvr additive="base">
                                        <p:cTn dur="500"/>
                                        <p:tgtEl>
                                          <p:spTgt spid="280"/>
                                        </p:tgtEl>
                                        <p:attrNameLst>
                                          <p:attrName>ppt_w</p:attrName>
                                        </p:attrNameLst>
                                      </p:cBhvr>
                                      <p:tavLst>
                                        <p:tav fmla="" tm="0">
                                          <p:val>
                                            <p:strVal val="0"/>
                                          </p:val>
                                        </p:tav>
                                        <p:tav fmla="" tm="100000">
                                          <p:val>
                                            <p:strVal val="#ppt_w"/>
                                          </p:val>
                                        </p:tav>
                                      </p:tavLst>
                                    </p:anim>
                                    <p:anim calcmode="lin" valueType="num">
                                      <p:cBhvr additive="base">
                                        <p:cTn dur="500"/>
                                        <p:tgtEl>
                                          <p:spTgt spid="28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1000"/>
                                        <p:tgtEl>
                                          <p:spTgt spid="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0" st="0"/>
                                            </p:txEl>
                                          </p:spTgt>
                                        </p:tgtEl>
                                        <p:attrNameLst>
                                          <p:attrName>style.visibility</p:attrName>
                                        </p:attrNameLst>
                                      </p:cBhvr>
                                      <p:to>
                                        <p:strVal val="visible"/>
                                      </p:to>
                                    </p:set>
                                    <p:animEffect filter="fade" transition="in">
                                      <p:cBhvr>
                                        <p:cTn dur="1000"/>
                                        <p:tgtEl>
                                          <p:spTgt spid="28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p41"/>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290" name="Google Shape;290;p41"/>
          <p:cNvSpPr txBox="1"/>
          <p:nvPr>
            <p:ph type="title"/>
          </p:nvPr>
        </p:nvSpPr>
        <p:spPr>
          <a:xfrm>
            <a:off x="506968" y="277942"/>
            <a:ext cx="6375000" cy="623248"/>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3600"/>
              <a:buFont typeface="Trebuchet MS"/>
              <a:buNone/>
            </a:pPr>
            <a:r>
              <a:rPr lang="en-GB" sz="2600">
                <a:latin typeface="Times New Roman"/>
                <a:ea typeface="Times New Roman"/>
                <a:cs typeface="Times New Roman"/>
                <a:sym typeface="Times New Roman"/>
              </a:rPr>
              <a:t>Environmental Conditions by Season</a:t>
            </a:r>
            <a:endParaRPr sz="2600">
              <a:latin typeface="Times New Roman"/>
              <a:ea typeface="Times New Roman"/>
              <a:cs typeface="Times New Roman"/>
              <a:sym typeface="Times New Roman"/>
            </a:endParaRPr>
          </a:p>
        </p:txBody>
      </p:sp>
      <p:sp>
        <p:nvSpPr>
          <p:cNvPr id="291" name="Google Shape;291;p41"/>
          <p:cNvSpPr txBox="1"/>
          <p:nvPr/>
        </p:nvSpPr>
        <p:spPr>
          <a:xfrm>
            <a:off x="240737"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292" name="Google Shape;292;p41"/>
          <p:cNvSpPr txBox="1"/>
          <p:nvPr/>
        </p:nvSpPr>
        <p:spPr>
          <a:xfrm>
            <a:off x="3259271"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293" name="Google Shape;293;p41"/>
          <p:cNvSpPr txBox="1"/>
          <p:nvPr>
            <p:ph idx="1" type="body"/>
          </p:nvPr>
        </p:nvSpPr>
        <p:spPr>
          <a:xfrm>
            <a:off x="428625" y="975150"/>
            <a:ext cx="6000000" cy="525000"/>
          </a:xfrm>
          <a:prstGeom prst="rect">
            <a:avLst/>
          </a:prstGeom>
          <a:noFill/>
          <a:ln>
            <a:noFill/>
          </a:ln>
        </p:spPr>
        <p:txBody>
          <a:bodyPr anchorCtr="0" anchor="t" bIns="34275" lIns="68575" spcFirstLastPara="1" rIns="68575" wrap="square" tIns="34275">
            <a:normAutofit lnSpcReduction="10000"/>
          </a:bodyPr>
          <a:lstStyle/>
          <a:p>
            <a:pPr indent="0" lvl="0" marL="0" rtl="0" algn="l">
              <a:spcBef>
                <a:spcPts val="0"/>
              </a:spcBef>
              <a:spcAft>
                <a:spcPts val="0"/>
              </a:spcAft>
              <a:buSzPts val="1200"/>
              <a:buNone/>
            </a:pPr>
            <a:r>
              <a:rPr lang="en-GB">
                <a:latin typeface="Times New Roman"/>
                <a:ea typeface="Times New Roman"/>
                <a:cs typeface="Times New Roman"/>
                <a:sym typeface="Times New Roman"/>
              </a:rPr>
              <a:t>Rainfall, temperature, humidity, sunlight and soil moisture follow distinct seasonal cycles.</a:t>
            </a:r>
            <a:endParaRPr>
              <a:latin typeface="Times New Roman"/>
              <a:ea typeface="Times New Roman"/>
              <a:cs typeface="Times New Roman"/>
              <a:sym typeface="Times New Roman"/>
            </a:endParaRPr>
          </a:p>
        </p:txBody>
      </p:sp>
      <p:pic>
        <p:nvPicPr>
          <p:cNvPr id="294" name="Google Shape;294;p41"/>
          <p:cNvPicPr preferRelativeResize="0"/>
          <p:nvPr/>
        </p:nvPicPr>
        <p:blipFill rotWithShape="1">
          <a:blip r:embed="rId4">
            <a:alphaModFix/>
          </a:blip>
          <a:srcRect b="0" l="0" r="0" t="0"/>
          <a:stretch/>
        </p:blipFill>
        <p:spPr>
          <a:xfrm>
            <a:off x="428625" y="1800022"/>
            <a:ext cx="5829300" cy="288745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0"/>
                                        </p:tgtEl>
                                        <p:attrNameLst>
                                          <p:attrName>style.visibility</p:attrName>
                                        </p:attrNameLst>
                                      </p:cBhvr>
                                      <p:to>
                                        <p:strVal val="visible"/>
                                      </p:to>
                                    </p:set>
                                    <p:anim calcmode="lin" valueType="num">
                                      <p:cBhvr additive="base">
                                        <p:cTn dur="500"/>
                                        <p:tgtEl>
                                          <p:spTgt spid="290"/>
                                        </p:tgtEl>
                                        <p:attrNameLst>
                                          <p:attrName>ppt_w</p:attrName>
                                        </p:attrNameLst>
                                      </p:cBhvr>
                                      <p:tavLst>
                                        <p:tav fmla="" tm="0">
                                          <p:val>
                                            <p:strVal val="0"/>
                                          </p:val>
                                        </p:tav>
                                        <p:tav fmla="" tm="100000">
                                          <p:val>
                                            <p:strVal val="#ppt_w"/>
                                          </p:val>
                                        </p:tav>
                                      </p:tavLst>
                                    </p:anim>
                                    <p:anim calcmode="lin" valueType="num">
                                      <p:cBhvr additive="base">
                                        <p:cTn dur="500"/>
                                        <p:tgtEl>
                                          <p:spTgt spid="29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000"/>
                                        <p:tgtEl>
                                          <p:spTgt spid="2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1000"/>
                                        <p:tgtEl>
                                          <p:spTgt spid="2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0" st="0"/>
                                            </p:txEl>
                                          </p:spTgt>
                                        </p:tgtEl>
                                        <p:attrNameLst>
                                          <p:attrName>style.visibility</p:attrName>
                                        </p:attrNameLst>
                                      </p:cBhvr>
                                      <p:to>
                                        <p:strVal val="visible"/>
                                      </p:to>
                                    </p:set>
                                    <p:animEffect filter="fade" transition="in">
                                      <p:cBhvr>
                                        <p:cTn dur="1000"/>
                                        <p:tgtEl>
                                          <p:spTgt spid="29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p42"/>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300" name="Google Shape;300;p42"/>
          <p:cNvSpPr txBox="1"/>
          <p:nvPr>
            <p:ph type="title"/>
          </p:nvPr>
        </p:nvSpPr>
        <p:spPr>
          <a:xfrm>
            <a:off x="506968" y="277942"/>
            <a:ext cx="6375000" cy="623248"/>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3600"/>
              <a:buFont typeface="Trebuchet MS"/>
              <a:buNone/>
            </a:pPr>
            <a:r>
              <a:rPr lang="en-GB" sz="2800">
                <a:latin typeface="Times New Roman"/>
                <a:ea typeface="Times New Roman"/>
                <a:cs typeface="Times New Roman"/>
                <a:sym typeface="Times New Roman"/>
              </a:rPr>
              <a:t>Resource Usage &amp; Water Efficiency</a:t>
            </a:r>
            <a:endParaRPr sz="2800">
              <a:latin typeface="Times New Roman"/>
              <a:ea typeface="Times New Roman"/>
              <a:cs typeface="Times New Roman"/>
              <a:sym typeface="Times New Roman"/>
            </a:endParaRPr>
          </a:p>
        </p:txBody>
      </p:sp>
      <p:sp>
        <p:nvSpPr>
          <p:cNvPr id="301" name="Google Shape;301;p42"/>
          <p:cNvSpPr txBox="1"/>
          <p:nvPr/>
        </p:nvSpPr>
        <p:spPr>
          <a:xfrm>
            <a:off x="240737"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02" name="Google Shape;302;p42"/>
          <p:cNvSpPr txBox="1"/>
          <p:nvPr/>
        </p:nvSpPr>
        <p:spPr>
          <a:xfrm>
            <a:off x="3259271"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03" name="Google Shape;303;p42"/>
          <p:cNvSpPr txBox="1"/>
          <p:nvPr>
            <p:ph idx="1" type="body"/>
          </p:nvPr>
        </p:nvSpPr>
        <p:spPr>
          <a:xfrm>
            <a:off x="428625" y="975150"/>
            <a:ext cx="6000000" cy="525000"/>
          </a:xfrm>
          <a:prstGeom prst="rect">
            <a:avLst/>
          </a:prstGeom>
          <a:noFill/>
          <a:ln>
            <a:noFill/>
          </a:ln>
        </p:spPr>
        <p:txBody>
          <a:bodyPr anchorCtr="0" anchor="t" bIns="34275" lIns="68575" spcFirstLastPara="1" rIns="68575" wrap="square" tIns="34275">
            <a:normAutofit lnSpcReduction="10000"/>
          </a:bodyPr>
          <a:lstStyle/>
          <a:p>
            <a:pPr indent="0" lvl="0" marL="0" rtl="0" algn="l">
              <a:spcBef>
                <a:spcPts val="0"/>
              </a:spcBef>
              <a:spcAft>
                <a:spcPts val="0"/>
              </a:spcAft>
              <a:buSzPts val="1200"/>
              <a:buNone/>
            </a:pPr>
            <a:r>
              <a:rPr lang="en-GB" sz="1600">
                <a:latin typeface="Times New Roman"/>
                <a:ea typeface="Times New Roman"/>
                <a:cs typeface="Times New Roman"/>
                <a:sym typeface="Times New Roman"/>
              </a:rPr>
              <a:t>Fertilizer use and water efficiency by irrigation method differ across seasons.</a:t>
            </a:r>
            <a:endParaRPr sz="1600">
              <a:latin typeface="Times New Roman"/>
              <a:ea typeface="Times New Roman"/>
              <a:cs typeface="Times New Roman"/>
              <a:sym typeface="Times New Roman"/>
            </a:endParaRPr>
          </a:p>
        </p:txBody>
      </p:sp>
      <p:pic>
        <p:nvPicPr>
          <p:cNvPr id="304" name="Google Shape;304;p42"/>
          <p:cNvPicPr preferRelativeResize="0"/>
          <p:nvPr/>
        </p:nvPicPr>
        <p:blipFill rotWithShape="1">
          <a:blip r:embed="rId4">
            <a:alphaModFix/>
          </a:blip>
          <a:srcRect b="0" l="0" r="0" t="0"/>
          <a:stretch/>
        </p:blipFill>
        <p:spPr>
          <a:xfrm>
            <a:off x="428625" y="2223728"/>
            <a:ext cx="5829300" cy="20400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0"/>
                                        </p:tgtEl>
                                        <p:attrNameLst>
                                          <p:attrName>style.visibility</p:attrName>
                                        </p:attrNameLst>
                                      </p:cBhvr>
                                      <p:to>
                                        <p:strVal val="visible"/>
                                      </p:to>
                                    </p:set>
                                    <p:anim calcmode="lin" valueType="num">
                                      <p:cBhvr additive="base">
                                        <p:cTn dur="500"/>
                                        <p:tgtEl>
                                          <p:spTgt spid="300"/>
                                        </p:tgtEl>
                                        <p:attrNameLst>
                                          <p:attrName>ppt_w</p:attrName>
                                        </p:attrNameLst>
                                      </p:cBhvr>
                                      <p:tavLst>
                                        <p:tav fmla="" tm="0">
                                          <p:val>
                                            <p:strVal val="0"/>
                                          </p:val>
                                        </p:tav>
                                        <p:tav fmla="" tm="100000">
                                          <p:val>
                                            <p:strVal val="#ppt_w"/>
                                          </p:val>
                                        </p:tav>
                                      </p:tavLst>
                                    </p:anim>
                                    <p:anim calcmode="lin" valueType="num">
                                      <p:cBhvr additive="base">
                                        <p:cTn dur="500"/>
                                        <p:tgtEl>
                                          <p:spTgt spid="3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1000"/>
                                        <p:tgtEl>
                                          <p:spTgt spid="3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0" st="0"/>
                                            </p:txEl>
                                          </p:spTgt>
                                        </p:tgtEl>
                                        <p:attrNameLst>
                                          <p:attrName>style.visibility</p:attrName>
                                        </p:attrNameLst>
                                      </p:cBhvr>
                                      <p:to>
                                        <p:strVal val="visible"/>
                                      </p:to>
                                    </p:set>
                                    <p:animEffect filter="fade" transition="in">
                                      <p:cBhvr>
                                        <p:cTn dur="1000"/>
                                        <p:tgtEl>
                                          <p:spTgt spid="30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p43"/>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310" name="Google Shape;310;p43"/>
          <p:cNvSpPr txBox="1"/>
          <p:nvPr>
            <p:ph type="title"/>
          </p:nvPr>
        </p:nvSpPr>
        <p:spPr>
          <a:xfrm>
            <a:off x="506968" y="277942"/>
            <a:ext cx="6375000" cy="623248"/>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3600"/>
              <a:buFont typeface="Trebuchet MS"/>
              <a:buNone/>
            </a:pPr>
            <a:r>
              <a:rPr lang="en-GB" sz="2800">
                <a:latin typeface="Times New Roman"/>
                <a:ea typeface="Times New Roman"/>
                <a:cs typeface="Times New Roman"/>
                <a:sym typeface="Times New Roman"/>
              </a:rPr>
              <a:t>Crop-wise Profit by Season</a:t>
            </a:r>
            <a:endParaRPr sz="2800">
              <a:latin typeface="Times New Roman"/>
              <a:ea typeface="Times New Roman"/>
              <a:cs typeface="Times New Roman"/>
              <a:sym typeface="Times New Roman"/>
            </a:endParaRPr>
          </a:p>
        </p:txBody>
      </p:sp>
      <p:sp>
        <p:nvSpPr>
          <p:cNvPr id="311" name="Google Shape;311;p43"/>
          <p:cNvSpPr txBox="1"/>
          <p:nvPr/>
        </p:nvSpPr>
        <p:spPr>
          <a:xfrm>
            <a:off x="240737"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12" name="Google Shape;312;p43"/>
          <p:cNvSpPr txBox="1"/>
          <p:nvPr/>
        </p:nvSpPr>
        <p:spPr>
          <a:xfrm>
            <a:off x="3259271"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13" name="Google Shape;313;p43"/>
          <p:cNvSpPr txBox="1"/>
          <p:nvPr>
            <p:ph idx="1" type="body"/>
          </p:nvPr>
        </p:nvSpPr>
        <p:spPr>
          <a:xfrm>
            <a:off x="428625" y="975150"/>
            <a:ext cx="6000000" cy="525000"/>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SzPts val="1200"/>
              <a:buNone/>
            </a:pPr>
            <a:r>
              <a:rPr lang="en-GB">
                <a:latin typeface="Times New Roman"/>
                <a:ea typeface="Times New Roman"/>
                <a:cs typeface="Times New Roman"/>
                <a:sym typeface="Times New Roman"/>
              </a:rPr>
              <a:t>Profitability of each crop changes depending on the season it is grown in.</a:t>
            </a:r>
            <a:endParaRPr>
              <a:latin typeface="Times New Roman"/>
              <a:ea typeface="Times New Roman"/>
              <a:cs typeface="Times New Roman"/>
              <a:sym typeface="Times New Roman"/>
            </a:endParaRPr>
          </a:p>
        </p:txBody>
      </p:sp>
      <p:pic>
        <p:nvPicPr>
          <p:cNvPr id="314" name="Google Shape;314;p43"/>
          <p:cNvPicPr preferRelativeResize="0"/>
          <p:nvPr/>
        </p:nvPicPr>
        <p:blipFill rotWithShape="1">
          <a:blip r:embed="rId4">
            <a:alphaModFix/>
          </a:blip>
          <a:srcRect b="0" l="0" r="0" t="0"/>
          <a:stretch/>
        </p:blipFill>
        <p:spPr>
          <a:xfrm>
            <a:off x="428625" y="1918084"/>
            <a:ext cx="5829300" cy="265133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10"/>
                                        </p:tgtEl>
                                        <p:attrNameLst>
                                          <p:attrName>style.visibility</p:attrName>
                                        </p:attrNameLst>
                                      </p:cBhvr>
                                      <p:to>
                                        <p:strVal val="visible"/>
                                      </p:to>
                                    </p:set>
                                    <p:anim calcmode="lin" valueType="num">
                                      <p:cBhvr additive="base">
                                        <p:cTn dur="500"/>
                                        <p:tgtEl>
                                          <p:spTgt spid="310"/>
                                        </p:tgtEl>
                                        <p:attrNameLst>
                                          <p:attrName>ppt_w</p:attrName>
                                        </p:attrNameLst>
                                      </p:cBhvr>
                                      <p:tavLst>
                                        <p:tav fmla="" tm="0">
                                          <p:val>
                                            <p:strVal val="0"/>
                                          </p:val>
                                        </p:tav>
                                        <p:tav fmla="" tm="100000">
                                          <p:val>
                                            <p:strVal val="#ppt_w"/>
                                          </p:val>
                                        </p:tav>
                                      </p:tavLst>
                                    </p:anim>
                                    <p:anim calcmode="lin" valueType="num">
                                      <p:cBhvr additive="base">
                                        <p:cTn dur="500"/>
                                        <p:tgtEl>
                                          <p:spTgt spid="31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1000"/>
                                        <p:tgtEl>
                                          <p:spTgt spid="3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1000"/>
                                        <p:tgtEl>
                                          <p:spTgt spid="3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0" st="0"/>
                                            </p:txEl>
                                          </p:spTgt>
                                        </p:tgtEl>
                                        <p:attrNameLst>
                                          <p:attrName>style.visibility</p:attrName>
                                        </p:attrNameLst>
                                      </p:cBhvr>
                                      <p:to>
                                        <p:strVal val="visible"/>
                                      </p:to>
                                    </p:set>
                                    <p:animEffect filter="fade" transition="in">
                                      <p:cBhvr>
                                        <p:cTn dur="1000"/>
                                        <p:tgtEl>
                                          <p:spTgt spid="31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pic>
        <p:nvPicPr>
          <p:cNvPr id="319" name="Google Shape;319;p44"/>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320" name="Google Shape;320;p44"/>
          <p:cNvSpPr txBox="1"/>
          <p:nvPr>
            <p:ph type="title"/>
          </p:nvPr>
        </p:nvSpPr>
        <p:spPr>
          <a:xfrm>
            <a:off x="506968" y="277942"/>
            <a:ext cx="6375000" cy="623248"/>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3240"/>
              <a:buFont typeface="Trebuchet MS"/>
              <a:buNone/>
            </a:pPr>
            <a:r>
              <a:rPr lang="en-GB" sz="2840">
                <a:latin typeface="Times New Roman"/>
                <a:ea typeface="Times New Roman"/>
                <a:cs typeface="Times New Roman"/>
                <a:sym typeface="Times New Roman"/>
              </a:rPr>
              <a:t>Average Yield by State &amp; Season</a:t>
            </a:r>
            <a:endParaRPr sz="2840">
              <a:latin typeface="Times New Roman"/>
              <a:ea typeface="Times New Roman"/>
              <a:cs typeface="Times New Roman"/>
              <a:sym typeface="Times New Roman"/>
            </a:endParaRPr>
          </a:p>
        </p:txBody>
      </p:sp>
      <p:sp>
        <p:nvSpPr>
          <p:cNvPr id="321" name="Google Shape;321;p44"/>
          <p:cNvSpPr txBox="1"/>
          <p:nvPr/>
        </p:nvSpPr>
        <p:spPr>
          <a:xfrm>
            <a:off x="240737"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22" name="Google Shape;322;p44"/>
          <p:cNvSpPr txBox="1"/>
          <p:nvPr/>
        </p:nvSpPr>
        <p:spPr>
          <a:xfrm>
            <a:off x="3259271"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23" name="Google Shape;323;p44"/>
          <p:cNvSpPr txBox="1"/>
          <p:nvPr>
            <p:ph idx="1" type="body"/>
          </p:nvPr>
        </p:nvSpPr>
        <p:spPr>
          <a:xfrm>
            <a:off x="428625" y="975150"/>
            <a:ext cx="6000000" cy="5250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SzPts val="1200"/>
              <a:buNone/>
            </a:pPr>
            <a:r>
              <a:rPr lang="en-GB" sz="1700">
                <a:latin typeface="Times New Roman"/>
                <a:ea typeface="Times New Roman"/>
                <a:cs typeface="Times New Roman"/>
                <a:sym typeface="Times New Roman"/>
              </a:rPr>
              <a:t>Regional yield performance is not uniform – the best season varies by state.</a:t>
            </a:r>
            <a:endParaRPr sz="1700">
              <a:latin typeface="Times New Roman"/>
              <a:ea typeface="Times New Roman"/>
              <a:cs typeface="Times New Roman"/>
              <a:sym typeface="Times New Roman"/>
            </a:endParaRPr>
          </a:p>
        </p:txBody>
      </p:sp>
      <p:pic>
        <p:nvPicPr>
          <p:cNvPr id="324" name="Google Shape;324;p44"/>
          <p:cNvPicPr preferRelativeResize="0"/>
          <p:nvPr/>
        </p:nvPicPr>
        <p:blipFill rotWithShape="1">
          <a:blip r:embed="rId4">
            <a:alphaModFix/>
          </a:blip>
          <a:srcRect b="0" l="0" r="0" t="0"/>
          <a:stretch/>
        </p:blipFill>
        <p:spPr>
          <a:xfrm>
            <a:off x="1044578" y="1612500"/>
            <a:ext cx="4597393" cy="3262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0"/>
                                        </p:tgtEl>
                                        <p:attrNameLst>
                                          <p:attrName>style.visibility</p:attrName>
                                        </p:attrNameLst>
                                      </p:cBhvr>
                                      <p:to>
                                        <p:strVal val="visible"/>
                                      </p:to>
                                    </p:set>
                                    <p:anim calcmode="lin" valueType="num">
                                      <p:cBhvr additive="base">
                                        <p:cTn dur="500"/>
                                        <p:tgtEl>
                                          <p:spTgt spid="320"/>
                                        </p:tgtEl>
                                        <p:attrNameLst>
                                          <p:attrName>ppt_w</p:attrName>
                                        </p:attrNameLst>
                                      </p:cBhvr>
                                      <p:tavLst>
                                        <p:tav fmla="" tm="0">
                                          <p:val>
                                            <p:strVal val="0"/>
                                          </p:val>
                                        </p:tav>
                                        <p:tav fmla="" tm="100000">
                                          <p:val>
                                            <p:strVal val="#ppt_w"/>
                                          </p:val>
                                        </p:tav>
                                      </p:tavLst>
                                    </p:anim>
                                    <p:anim calcmode="lin" valueType="num">
                                      <p:cBhvr additive="base">
                                        <p:cTn dur="500"/>
                                        <p:tgtEl>
                                          <p:spTgt spid="32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1000"/>
                                        <p:tgtEl>
                                          <p:spTgt spid="3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0" st="0"/>
                                            </p:txEl>
                                          </p:spTgt>
                                        </p:tgtEl>
                                        <p:attrNameLst>
                                          <p:attrName>style.visibility</p:attrName>
                                        </p:attrNameLst>
                                      </p:cBhvr>
                                      <p:to>
                                        <p:strVal val="visible"/>
                                      </p:to>
                                    </p:set>
                                    <p:animEffect filter="fade" transition="in">
                                      <p:cBhvr>
                                        <p:cTn dur="1000"/>
                                        <p:tgtEl>
                                          <p:spTgt spid="32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id="329" name="Google Shape;329;p45"/>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330" name="Google Shape;330;p45"/>
          <p:cNvSpPr txBox="1"/>
          <p:nvPr>
            <p:ph type="title"/>
          </p:nvPr>
        </p:nvSpPr>
        <p:spPr>
          <a:xfrm>
            <a:off x="506968" y="277942"/>
            <a:ext cx="6375000" cy="623248"/>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3600"/>
              <a:buFont typeface="Trebuchet MS"/>
              <a:buNone/>
            </a:pPr>
            <a:r>
              <a:rPr lang="en-GB" sz="2800">
                <a:latin typeface="Times New Roman"/>
                <a:ea typeface="Times New Roman"/>
                <a:cs typeface="Times New Roman"/>
                <a:sym typeface="Times New Roman"/>
              </a:rPr>
              <a:t>Overall Correlation Analysis</a:t>
            </a:r>
            <a:endParaRPr sz="2800">
              <a:latin typeface="Times New Roman"/>
              <a:ea typeface="Times New Roman"/>
              <a:cs typeface="Times New Roman"/>
              <a:sym typeface="Times New Roman"/>
            </a:endParaRPr>
          </a:p>
        </p:txBody>
      </p:sp>
      <p:sp>
        <p:nvSpPr>
          <p:cNvPr id="331" name="Google Shape;331;p45"/>
          <p:cNvSpPr txBox="1"/>
          <p:nvPr/>
        </p:nvSpPr>
        <p:spPr>
          <a:xfrm>
            <a:off x="240737"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32" name="Google Shape;332;p45"/>
          <p:cNvSpPr txBox="1"/>
          <p:nvPr/>
        </p:nvSpPr>
        <p:spPr>
          <a:xfrm>
            <a:off x="3259271"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33" name="Google Shape;333;p45"/>
          <p:cNvSpPr txBox="1"/>
          <p:nvPr>
            <p:ph idx="1" type="body"/>
          </p:nvPr>
        </p:nvSpPr>
        <p:spPr>
          <a:xfrm>
            <a:off x="428625" y="975150"/>
            <a:ext cx="6000000" cy="525000"/>
          </a:xfrm>
          <a:prstGeom prst="rect">
            <a:avLst/>
          </a:prstGeom>
          <a:noFill/>
          <a:ln>
            <a:noFill/>
          </a:ln>
        </p:spPr>
        <p:txBody>
          <a:bodyPr anchorCtr="0" anchor="t" bIns="34275" lIns="68575" spcFirstLastPara="1" rIns="68575" wrap="square" tIns="34275">
            <a:normAutofit lnSpcReduction="10000"/>
          </a:bodyPr>
          <a:lstStyle/>
          <a:p>
            <a:pPr indent="0" lvl="0" marL="0" rtl="0" algn="l">
              <a:spcBef>
                <a:spcPts val="0"/>
              </a:spcBef>
              <a:spcAft>
                <a:spcPts val="0"/>
              </a:spcAft>
              <a:buSzPts val="1200"/>
              <a:buNone/>
            </a:pPr>
            <a:r>
              <a:rPr lang="en-GB">
                <a:latin typeface="Times New Roman"/>
                <a:ea typeface="Times New Roman"/>
                <a:cs typeface="Times New Roman"/>
                <a:sym typeface="Times New Roman"/>
              </a:rPr>
              <a:t>Correlation matrix highlighting which factors most strongly influence yield and profit.</a:t>
            </a:r>
            <a:endParaRPr>
              <a:latin typeface="Times New Roman"/>
              <a:ea typeface="Times New Roman"/>
              <a:cs typeface="Times New Roman"/>
              <a:sym typeface="Times New Roman"/>
            </a:endParaRPr>
          </a:p>
        </p:txBody>
      </p:sp>
      <p:pic>
        <p:nvPicPr>
          <p:cNvPr id="334" name="Google Shape;334;p45"/>
          <p:cNvPicPr preferRelativeResize="0"/>
          <p:nvPr/>
        </p:nvPicPr>
        <p:blipFill rotWithShape="1">
          <a:blip r:embed="rId4">
            <a:alphaModFix/>
          </a:blip>
          <a:srcRect b="0" l="0" r="0" t="0"/>
          <a:stretch/>
        </p:blipFill>
        <p:spPr>
          <a:xfrm>
            <a:off x="1440150" y="1612500"/>
            <a:ext cx="3806250" cy="3262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30"/>
                                        </p:tgtEl>
                                        <p:attrNameLst>
                                          <p:attrName>style.visibility</p:attrName>
                                        </p:attrNameLst>
                                      </p:cBhvr>
                                      <p:to>
                                        <p:strVal val="visible"/>
                                      </p:to>
                                    </p:set>
                                    <p:anim calcmode="lin" valueType="num">
                                      <p:cBhvr additive="base">
                                        <p:cTn dur="500"/>
                                        <p:tgtEl>
                                          <p:spTgt spid="330"/>
                                        </p:tgtEl>
                                        <p:attrNameLst>
                                          <p:attrName>ppt_w</p:attrName>
                                        </p:attrNameLst>
                                      </p:cBhvr>
                                      <p:tavLst>
                                        <p:tav fmla="" tm="0">
                                          <p:val>
                                            <p:strVal val="0"/>
                                          </p:val>
                                        </p:tav>
                                        <p:tav fmla="" tm="100000">
                                          <p:val>
                                            <p:strVal val="#ppt_w"/>
                                          </p:val>
                                        </p:tav>
                                      </p:tavLst>
                                    </p:anim>
                                    <p:anim calcmode="lin" valueType="num">
                                      <p:cBhvr additive="base">
                                        <p:cTn dur="500"/>
                                        <p:tgtEl>
                                          <p:spTgt spid="33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1000"/>
                                        <p:tgtEl>
                                          <p:spTgt spid="3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1000"/>
                                        <p:tgtEl>
                                          <p:spTgt spid="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xEl>
                                              <p:pRg end="0" st="0"/>
                                            </p:txEl>
                                          </p:spTgt>
                                        </p:tgtEl>
                                        <p:attrNameLst>
                                          <p:attrName>style.visibility</p:attrName>
                                        </p:attrNameLst>
                                      </p:cBhvr>
                                      <p:to>
                                        <p:strVal val="visible"/>
                                      </p:to>
                                    </p:set>
                                    <p:animEffect filter="fade" transition="in">
                                      <p:cBhvr>
                                        <p:cTn dur="1000"/>
                                        <p:tgtEl>
                                          <p:spTgt spid="33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id="339" name="Google Shape;339;p46"/>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340" name="Google Shape;340;p46"/>
          <p:cNvSpPr txBox="1"/>
          <p:nvPr>
            <p:ph type="title"/>
          </p:nvPr>
        </p:nvSpPr>
        <p:spPr>
          <a:xfrm>
            <a:off x="506968" y="277942"/>
            <a:ext cx="3551849" cy="623248"/>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3000"/>
              <a:buFont typeface="Trebuchet MS"/>
              <a:buNone/>
            </a:pPr>
            <a:r>
              <a:rPr lang="en-GB" sz="3000">
                <a:latin typeface="Times New Roman"/>
                <a:ea typeface="Times New Roman"/>
                <a:cs typeface="Times New Roman"/>
                <a:sym typeface="Times New Roman"/>
              </a:rPr>
              <a:t>Future scope</a:t>
            </a:r>
            <a:endParaRPr>
              <a:latin typeface="Times New Roman"/>
              <a:ea typeface="Times New Roman"/>
              <a:cs typeface="Times New Roman"/>
              <a:sym typeface="Times New Roman"/>
            </a:endParaRPr>
          </a:p>
        </p:txBody>
      </p:sp>
      <p:sp>
        <p:nvSpPr>
          <p:cNvPr id="341" name="Google Shape;341;p46"/>
          <p:cNvSpPr txBox="1"/>
          <p:nvPr/>
        </p:nvSpPr>
        <p:spPr>
          <a:xfrm>
            <a:off x="240737"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42" name="Google Shape;342;p46"/>
          <p:cNvSpPr txBox="1"/>
          <p:nvPr/>
        </p:nvSpPr>
        <p:spPr>
          <a:xfrm>
            <a:off x="3259271"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43" name="Google Shape;343;p46"/>
          <p:cNvSpPr txBox="1"/>
          <p:nvPr/>
        </p:nvSpPr>
        <p:spPr>
          <a:xfrm>
            <a:off x="565951" y="1406667"/>
            <a:ext cx="6770777" cy="2705990"/>
          </a:xfrm>
          <a:prstGeom prst="rect">
            <a:avLst/>
          </a:prstGeom>
          <a:noFill/>
          <a:ln>
            <a:noFill/>
          </a:ln>
        </p:spPr>
        <p:txBody>
          <a:bodyPr anchorCtr="0" anchor="t" bIns="34275" lIns="68575" spcFirstLastPara="1" rIns="68575" wrap="square" tIns="34275">
            <a:normAutofit/>
          </a:bodyPr>
          <a:lstStyle/>
          <a:p>
            <a:pPr indent="-241300" lvl="0" marL="215900" marR="0" rtl="0" algn="l">
              <a:lnSpc>
                <a:spcPct val="150000"/>
              </a:lnSpc>
              <a:spcBef>
                <a:spcPts val="0"/>
              </a:spcBef>
              <a:spcAft>
                <a:spcPts val="0"/>
              </a:spcAft>
              <a:buClr>
                <a:schemeClr val="dk1"/>
              </a:buClr>
              <a:buSzPts val="1800"/>
              <a:buFont typeface="Times New Roman"/>
              <a:buChar char="•"/>
            </a:pPr>
            <a:r>
              <a:rPr lang="en-GB" sz="1800">
                <a:solidFill>
                  <a:schemeClr val="dk1"/>
                </a:solidFill>
                <a:latin typeface="Times New Roman"/>
                <a:ea typeface="Times New Roman"/>
                <a:cs typeface="Times New Roman"/>
                <a:sym typeface="Times New Roman"/>
              </a:rPr>
              <a:t>Build predictive models to forecast seasonal yield and profit</a:t>
            </a:r>
            <a:endParaRPr sz="1500">
              <a:latin typeface="Times New Roman"/>
              <a:ea typeface="Times New Roman"/>
              <a:cs typeface="Times New Roman"/>
              <a:sym typeface="Times New Roman"/>
            </a:endParaRPr>
          </a:p>
          <a:p>
            <a:pPr indent="-241300" lvl="0" marL="215900" marR="0" rtl="0" algn="l">
              <a:lnSpc>
                <a:spcPct val="150000"/>
              </a:lnSpc>
              <a:spcBef>
                <a:spcPts val="0"/>
              </a:spcBef>
              <a:spcAft>
                <a:spcPts val="0"/>
              </a:spcAft>
              <a:buClr>
                <a:schemeClr val="dk1"/>
              </a:buClr>
              <a:buSzPts val="1800"/>
              <a:buFont typeface="Times New Roman"/>
              <a:buChar char="•"/>
            </a:pPr>
            <a:r>
              <a:rPr lang="en-GB" sz="1800">
                <a:solidFill>
                  <a:schemeClr val="dk1"/>
                </a:solidFill>
                <a:latin typeface="Times New Roman"/>
                <a:ea typeface="Times New Roman"/>
                <a:cs typeface="Times New Roman"/>
                <a:sym typeface="Times New Roman"/>
              </a:rPr>
              <a:t>Integrate real-time weather and market price data</a:t>
            </a:r>
            <a:endParaRPr sz="1500">
              <a:latin typeface="Times New Roman"/>
              <a:ea typeface="Times New Roman"/>
              <a:cs typeface="Times New Roman"/>
              <a:sym typeface="Times New Roman"/>
            </a:endParaRPr>
          </a:p>
          <a:p>
            <a:pPr indent="-241300" lvl="0" marL="215900" marR="0" rtl="0" algn="l">
              <a:lnSpc>
                <a:spcPct val="150000"/>
              </a:lnSpc>
              <a:spcBef>
                <a:spcPts val="0"/>
              </a:spcBef>
              <a:spcAft>
                <a:spcPts val="0"/>
              </a:spcAft>
              <a:buClr>
                <a:schemeClr val="dk1"/>
              </a:buClr>
              <a:buSzPts val="1800"/>
              <a:buFont typeface="Times New Roman"/>
              <a:buChar char="•"/>
            </a:pPr>
            <a:r>
              <a:rPr lang="en-GB" sz="1800">
                <a:solidFill>
                  <a:schemeClr val="dk1"/>
                </a:solidFill>
                <a:latin typeface="Times New Roman"/>
                <a:ea typeface="Times New Roman"/>
                <a:cs typeface="Times New Roman"/>
                <a:sym typeface="Times New Roman"/>
              </a:rPr>
              <a:t>Develop a district-level crop and irrigation recommendation system</a:t>
            </a:r>
            <a:endParaRPr sz="1500">
              <a:latin typeface="Times New Roman"/>
              <a:ea typeface="Times New Roman"/>
              <a:cs typeface="Times New Roman"/>
              <a:sym typeface="Times New Roman"/>
            </a:endParaRPr>
          </a:p>
          <a:p>
            <a:pPr indent="-241300" lvl="0" marL="215900" marR="0" rtl="0" algn="l">
              <a:lnSpc>
                <a:spcPct val="150000"/>
              </a:lnSpc>
              <a:spcBef>
                <a:spcPts val="0"/>
              </a:spcBef>
              <a:spcAft>
                <a:spcPts val="0"/>
              </a:spcAft>
              <a:buClr>
                <a:schemeClr val="dk1"/>
              </a:buClr>
              <a:buSzPts val="1800"/>
              <a:buFont typeface="Times New Roman"/>
              <a:buChar char="•"/>
            </a:pPr>
            <a:r>
              <a:rPr lang="en-GB" sz="1800">
                <a:solidFill>
                  <a:schemeClr val="dk1"/>
                </a:solidFill>
                <a:latin typeface="Times New Roman"/>
                <a:ea typeface="Times New Roman"/>
                <a:cs typeface="Times New Roman"/>
                <a:sym typeface="Times New Roman"/>
              </a:rPr>
              <a:t>Study the long-term impact of climate change on seasonal patterns</a:t>
            </a:r>
            <a:endParaRPr sz="15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40"/>
                                        </p:tgtEl>
                                        <p:attrNameLst>
                                          <p:attrName>style.visibility</p:attrName>
                                        </p:attrNameLst>
                                      </p:cBhvr>
                                      <p:to>
                                        <p:strVal val="visible"/>
                                      </p:to>
                                    </p:set>
                                    <p:anim calcmode="lin" valueType="num">
                                      <p:cBhvr additive="base">
                                        <p:cTn dur="500"/>
                                        <p:tgtEl>
                                          <p:spTgt spid="340"/>
                                        </p:tgtEl>
                                        <p:attrNameLst>
                                          <p:attrName>ppt_w</p:attrName>
                                        </p:attrNameLst>
                                      </p:cBhvr>
                                      <p:tavLst>
                                        <p:tav fmla="" tm="0">
                                          <p:val>
                                            <p:strVal val="0"/>
                                          </p:val>
                                        </p:tav>
                                        <p:tav fmla="" tm="100000">
                                          <p:val>
                                            <p:strVal val="#ppt_w"/>
                                          </p:val>
                                        </p:tav>
                                      </p:tavLst>
                                    </p:anim>
                                    <p:anim calcmode="lin" valueType="num">
                                      <p:cBhvr additive="base">
                                        <p:cTn dur="500"/>
                                        <p:tgtEl>
                                          <p:spTgt spid="34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1000"/>
                                        <p:tgtEl>
                                          <p:spTgt spid="3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1000"/>
                                        <p:tgtEl>
                                          <p:spTgt spid="3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47"/>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349" name="Google Shape;349;p47"/>
          <p:cNvSpPr txBox="1"/>
          <p:nvPr>
            <p:ph type="title"/>
          </p:nvPr>
        </p:nvSpPr>
        <p:spPr>
          <a:xfrm>
            <a:off x="506968" y="277942"/>
            <a:ext cx="3551849" cy="623248"/>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3000"/>
              <a:buFont typeface="Trebuchet MS"/>
              <a:buNone/>
            </a:pPr>
            <a:r>
              <a:rPr lang="en-GB" sz="3000">
                <a:latin typeface="Times New Roman"/>
                <a:ea typeface="Times New Roman"/>
                <a:cs typeface="Times New Roman"/>
                <a:sym typeface="Times New Roman"/>
              </a:rPr>
              <a:t>GitHub Link</a:t>
            </a:r>
            <a:endParaRPr>
              <a:latin typeface="Times New Roman"/>
              <a:ea typeface="Times New Roman"/>
              <a:cs typeface="Times New Roman"/>
              <a:sym typeface="Times New Roman"/>
            </a:endParaRPr>
          </a:p>
        </p:txBody>
      </p:sp>
      <p:sp>
        <p:nvSpPr>
          <p:cNvPr id="350" name="Google Shape;350;p47"/>
          <p:cNvSpPr txBox="1"/>
          <p:nvPr/>
        </p:nvSpPr>
        <p:spPr>
          <a:xfrm>
            <a:off x="240737"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51" name="Google Shape;351;p47"/>
          <p:cNvSpPr txBox="1"/>
          <p:nvPr/>
        </p:nvSpPr>
        <p:spPr>
          <a:xfrm>
            <a:off x="3259271"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52" name="Google Shape;352;p47">
            <a:hlinkClick r:id="rId4"/>
          </p:cNvPr>
          <p:cNvSpPr txBox="1"/>
          <p:nvPr/>
        </p:nvSpPr>
        <p:spPr>
          <a:xfrm>
            <a:off x="124726" y="1685917"/>
            <a:ext cx="6770700" cy="750000"/>
          </a:xfrm>
          <a:prstGeom prst="rect">
            <a:avLst/>
          </a:prstGeom>
          <a:noFill/>
          <a:ln>
            <a:noFill/>
          </a:ln>
        </p:spPr>
        <p:txBody>
          <a:bodyPr anchorCtr="0" anchor="t" bIns="34275" lIns="68575" spcFirstLastPara="1" rIns="68575" wrap="square" tIns="34275">
            <a:normAutofit/>
          </a:bodyPr>
          <a:lstStyle/>
          <a:p>
            <a:pPr indent="0" lvl="0" marL="457200" marR="0" rtl="0" algn="l">
              <a:lnSpc>
                <a:spcPct val="150000"/>
              </a:lnSpc>
              <a:spcBef>
                <a:spcPts val="0"/>
              </a:spcBef>
              <a:spcAft>
                <a:spcPts val="0"/>
              </a:spcAft>
              <a:buNone/>
            </a:pPr>
            <a:r>
              <a:rPr lang="en-GB" sz="1200" u="sng">
                <a:solidFill>
                  <a:schemeClr val="hlink"/>
                </a:solidFill>
                <a:latin typeface="Times New Roman"/>
                <a:ea typeface="Times New Roman"/>
                <a:cs typeface="Times New Roman"/>
                <a:sym typeface="Times New Roman"/>
                <a:hlinkClick r:id="rId5"/>
              </a:rPr>
              <a:t>https://github.com/madhavanreddiyar/Seasonal-Agriculture-Performance-Analysis</a:t>
            </a:r>
            <a:r>
              <a:rPr lang="en-GB" sz="1100" u="sng">
                <a:solidFill>
                  <a:schemeClr val="hlink"/>
                </a:solidFill>
                <a:hlinkClick r:id="rId6"/>
              </a:rPr>
              <a:t> </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49"/>
                                        </p:tgtEl>
                                        <p:attrNameLst>
                                          <p:attrName>style.visibility</p:attrName>
                                        </p:attrNameLst>
                                      </p:cBhvr>
                                      <p:to>
                                        <p:strVal val="visible"/>
                                      </p:to>
                                    </p:set>
                                    <p:anim calcmode="lin" valueType="num">
                                      <p:cBhvr additive="base">
                                        <p:cTn dur="500"/>
                                        <p:tgtEl>
                                          <p:spTgt spid="349"/>
                                        </p:tgtEl>
                                        <p:attrNameLst>
                                          <p:attrName>ppt_w</p:attrName>
                                        </p:attrNameLst>
                                      </p:cBhvr>
                                      <p:tavLst>
                                        <p:tav fmla="" tm="0">
                                          <p:val>
                                            <p:strVal val="0"/>
                                          </p:val>
                                        </p:tav>
                                        <p:tav fmla="" tm="100000">
                                          <p:val>
                                            <p:strVal val="#ppt_w"/>
                                          </p:val>
                                        </p:tav>
                                      </p:tavLst>
                                    </p:anim>
                                    <p:anim calcmode="lin" valueType="num">
                                      <p:cBhvr additive="base">
                                        <p:cTn dur="500"/>
                                        <p:tgtEl>
                                          <p:spTgt spid="34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1000"/>
                                        <p:tgtEl>
                                          <p:spTgt spid="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48"/>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358" name="Google Shape;358;p48"/>
          <p:cNvSpPr txBox="1"/>
          <p:nvPr>
            <p:ph type="title"/>
          </p:nvPr>
        </p:nvSpPr>
        <p:spPr>
          <a:xfrm>
            <a:off x="506968" y="277942"/>
            <a:ext cx="6263541" cy="663494"/>
          </a:xfrm>
          <a:prstGeom prst="rect">
            <a:avLst/>
          </a:prstGeom>
          <a:noFill/>
          <a:ln>
            <a:noFill/>
          </a:ln>
        </p:spPr>
        <p:txBody>
          <a:bodyPr anchorCtr="0" anchor="t" bIns="34275" lIns="68575" spcFirstLastPara="1" rIns="68575" wrap="square" tIns="34275">
            <a:normAutofit fontScale="90000"/>
          </a:bodyPr>
          <a:lstStyle/>
          <a:p>
            <a:pPr indent="0" lvl="0" marL="0" rtl="0" algn="l">
              <a:spcBef>
                <a:spcPts val="0"/>
              </a:spcBef>
              <a:spcAft>
                <a:spcPts val="0"/>
              </a:spcAft>
              <a:buClr>
                <a:schemeClr val="dk1"/>
              </a:buClr>
              <a:buSzPct val="100000"/>
              <a:buFont typeface="Trebuchet MS"/>
              <a:buNone/>
            </a:pPr>
            <a:r>
              <a:rPr lang="en-GB" sz="2400">
                <a:latin typeface="Times New Roman"/>
                <a:ea typeface="Times New Roman"/>
                <a:cs typeface="Times New Roman"/>
                <a:sym typeface="Times New Roman"/>
              </a:rPr>
              <a:t>VOIS Course completion certificate - </a:t>
            </a:r>
            <a:br>
              <a:rPr lang="en-GB" sz="2400">
                <a:latin typeface="Times New Roman"/>
                <a:ea typeface="Times New Roman"/>
                <a:cs typeface="Times New Roman"/>
                <a:sym typeface="Times New Roman"/>
              </a:rPr>
            </a:br>
            <a:r>
              <a:rPr lang="en-GB" sz="2400">
                <a:latin typeface="Times New Roman"/>
                <a:ea typeface="Times New Roman"/>
                <a:cs typeface="Times New Roman"/>
                <a:sym typeface="Times New Roman"/>
              </a:rPr>
              <a:t>Course name- Data Visualization </a:t>
            </a:r>
            <a:endParaRPr>
              <a:latin typeface="Times New Roman"/>
              <a:ea typeface="Times New Roman"/>
              <a:cs typeface="Times New Roman"/>
              <a:sym typeface="Times New Roman"/>
            </a:endParaRPr>
          </a:p>
        </p:txBody>
      </p:sp>
      <p:sp>
        <p:nvSpPr>
          <p:cNvPr id="359" name="Google Shape;359;p48"/>
          <p:cNvSpPr txBox="1"/>
          <p:nvPr/>
        </p:nvSpPr>
        <p:spPr>
          <a:xfrm>
            <a:off x="240737"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60" name="Google Shape;360;p48"/>
          <p:cNvSpPr txBox="1"/>
          <p:nvPr/>
        </p:nvSpPr>
        <p:spPr>
          <a:xfrm>
            <a:off x="3259271"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pic>
        <p:nvPicPr>
          <p:cNvPr id="361" name="Google Shape;361;p48"/>
          <p:cNvPicPr preferRelativeResize="0"/>
          <p:nvPr/>
        </p:nvPicPr>
        <p:blipFill rotWithShape="1">
          <a:blip r:embed="rId4">
            <a:alphaModFix/>
          </a:blip>
          <a:srcRect b="0" l="0" r="0" t="0"/>
          <a:stretch/>
        </p:blipFill>
        <p:spPr>
          <a:xfrm>
            <a:off x="1143000" y="1228725"/>
            <a:ext cx="5257800" cy="373713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58"/>
                                        </p:tgtEl>
                                        <p:attrNameLst>
                                          <p:attrName>style.visibility</p:attrName>
                                        </p:attrNameLst>
                                      </p:cBhvr>
                                      <p:to>
                                        <p:strVal val="visible"/>
                                      </p:to>
                                    </p:set>
                                    <p:anim calcmode="lin" valueType="num">
                                      <p:cBhvr additive="base">
                                        <p:cTn dur="500"/>
                                        <p:tgtEl>
                                          <p:spTgt spid="358"/>
                                        </p:tgtEl>
                                        <p:attrNameLst>
                                          <p:attrName>ppt_w</p:attrName>
                                        </p:attrNameLst>
                                      </p:cBhvr>
                                      <p:tavLst>
                                        <p:tav fmla="" tm="0">
                                          <p:val>
                                            <p:strVal val="0"/>
                                          </p:val>
                                        </p:tav>
                                        <p:tav fmla="" tm="100000">
                                          <p:val>
                                            <p:strVal val="#ppt_w"/>
                                          </p:val>
                                        </p:tav>
                                      </p:tavLst>
                                    </p:anim>
                                    <p:anim calcmode="lin" valueType="num">
                                      <p:cBhvr additive="base">
                                        <p:cTn dur="500"/>
                                        <p:tgtEl>
                                          <p:spTgt spid="35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1000"/>
                                        <p:tgtEl>
                                          <p:spTgt spid="3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9"/>
          <p:cNvSpPr txBox="1"/>
          <p:nvPr>
            <p:ph type="title"/>
          </p:nvPr>
        </p:nvSpPr>
        <p:spPr>
          <a:xfrm>
            <a:off x="324000" y="485775"/>
            <a:ext cx="8505000" cy="525086"/>
          </a:xfrm>
          <a:prstGeom prst="rect">
            <a:avLst/>
          </a:prstGeom>
          <a:noFill/>
          <a:ln>
            <a:noFill/>
          </a:ln>
        </p:spPr>
        <p:txBody>
          <a:bodyPr anchorCtr="0" anchor="ctr" bIns="34275" lIns="68575" spcFirstLastPara="1" rIns="68575" wrap="square" tIns="34275">
            <a:normAutofit fontScale="90000"/>
          </a:bodyPr>
          <a:lstStyle/>
          <a:p>
            <a:pPr indent="0" lvl="0" marL="0" rtl="0" algn="ctr">
              <a:spcBef>
                <a:spcPts val="0"/>
              </a:spcBef>
              <a:spcAft>
                <a:spcPts val="0"/>
              </a:spcAft>
              <a:buClr>
                <a:schemeClr val="dk1"/>
              </a:buClr>
              <a:buSzPct val="100000"/>
              <a:buFont typeface="Trebuchet MS"/>
              <a:buNone/>
            </a:pPr>
            <a:r>
              <a:rPr b="1" lang="en-GB" sz="3600">
                <a:solidFill>
                  <a:schemeClr val="dk1"/>
                </a:solidFill>
                <a:latin typeface="Times New Roman"/>
                <a:ea typeface="Times New Roman"/>
                <a:cs typeface="Times New Roman"/>
                <a:sym typeface="Times New Roman"/>
              </a:rPr>
              <a:t>Thank you</a:t>
            </a:r>
            <a:endParaRPr>
              <a:latin typeface="Times New Roman"/>
              <a:ea typeface="Times New Roman"/>
              <a:cs typeface="Times New Roman"/>
              <a:sym typeface="Times New Roman"/>
            </a:endParaRPr>
          </a:p>
        </p:txBody>
      </p:sp>
      <p:sp>
        <p:nvSpPr>
          <p:cNvPr id="367" name="Google Shape;367;p49"/>
          <p:cNvSpPr txBox="1"/>
          <p:nvPr>
            <p:ph idx="8" type="body"/>
          </p:nvPr>
        </p:nvSpPr>
        <p:spPr>
          <a:xfrm>
            <a:off x="2795899" y="3481444"/>
            <a:ext cx="1604771" cy="831476"/>
          </a:xfrm>
          <a:prstGeom prst="rect">
            <a:avLst/>
          </a:prstGeom>
          <a:noFill/>
          <a:ln>
            <a:noFill/>
          </a:ln>
        </p:spPr>
        <p:txBody>
          <a:bodyPr anchorCtr="0" anchor="t" bIns="34275" lIns="68575" spcFirstLastPara="1" rIns="68575" wrap="square" tIns="34275">
            <a:normAutofit/>
          </a:bodyPr>
          <a:lstStyle/>
          <a:p>
            <a:pPr indent="0" lvl="0" marL="0" rtl="0" algn="ctr">
              <a:spcBef>
                <a:spcPts val="0"/>
              </a:spcBef>
              <a:spcAft>
                <a:spcPts val="0"/>
              </a:spcAft>
              <a:buSzPts val="1000"/>
              <a:buNone/>
            </a:pPr>
            <a:r>
              <a:rPr lang="en-GB"/>
              <a:t>.</a:t>
            </a:r>
            <a:endParaRPr/>
          </a:p>
        </p:txBody>
      </p:sp>
      <p:sp>
        <p:nvSpPr>
          <p:cNvPr id="368" name="Google Shape;368;p49"/>
          <p:cNvSpPr txBox="1"/>
          <p:nvPr/>
        </p:nvSpPr>
        <p:spPr>
          <a:xfrm>
            <a:off x="5841872" y="2971929"/>
            <a:ext cx="1947431" cy="34043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300"/>
              <a:buFont typeface="Noto Sans Symbols"/>
              <a:buNone/>
            </a:pPr>
            <a:r>
              <a:t/>
            </a:r>
            <a:endParaRPr b="1" sz="1700">
              <a:solidFill>
                <a:schemeClr val="accent4"/>
              </a:solidFill>
              <a:latin typeface="Trebuchet MS"/>
              <a:ea typeface="Trebuchet MS"/>
              <a:cs typeface="Trebuchet MS"/>
              <a:sym typeface="Trebuchet MS"/>
            </a:endParaRPr>
          </a:p>
        </p:txBody>
      </p:sp>
      <p:sp>
        <p:nvSpPr>
          <p:cNvPr id="369" name="Google Shape;369;p49"/>
          <p:cNvSpPr txBox="1"/>
          <p:nvPr/>
        </p:nvSpPr>
        <p:spPr>
          <a:xfrm>
            <a:off x="4572000" y="3481444"/>
            <a:ext cx="1604771" cy="831476"/>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000"/>
              <a:buFont typeface="Noto Sans Symbols"/>
              <a:buNone/>
            </a:pPr>
            <a:r>
              <a:t/>
            </a:r>
            <a:endParaRPr sz="1200">
              <a:solidFill>
                <a:schemeClr val="dk1"/>
              </a:solidFill>
              <a:latin typeface="Trebuchet MS"/>
              <a:ea typeface="Trebuchet MS"/>
              <a:cs typeface="Trebuchet MS"/>
              <a:sym typeface="Trebuchet MS"/>
            </a:endParaRPr>
          </a:p>
        </p:txBody>
      </p:sp>
      <p:sp>
        <p:nvSpPr>
          <p:cNvPr id="370" name="Google Shape;370;p49"/>
          <p:cNvSpPr txBox="1"/>
          <p:nvPr/>
        </p:nvSpPr>
        <p:spPr>
          <a:xfrm>
            <a:off x="6443522" y="3481444"/>
            <a:ext cx="1604771" cy="831476"/>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000"/>
              <a:buFont typeface="Noto Sans Symbols"/>
              <a:buNone/>
            </a:pPr>
            <a:r>
              <a:rPr lang="en-GB" sz="1200">
                <a:solidFill>
                  <a:schemeClr val="dk1"/>
                </a:solidFill>
                <a:latin typeface="Trebuchet MS"/>
                <a:ea typeface="Trebuchet MS"/>
                <a:cs typeface="Trebuchet MS"/>
                <a:sym typeface="Trebuchet MS"/>
              </a:rPr>
              <a:t>.</a:t>
            </a:r>
            <a:endParaRPr sz="1100"/>
          </a:p>
        </p:txBody>
      </p:sp>
      <p:pic>
        <p:nvPicPr>
          <p:cNvPr id="371" name="Google Shape;371;p49"/>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66"/>
                                        </p:tgtEl>
                                        <p:attrNameLst>
                                          <p:attrName>style.visibility</p:attrName>
                                        </p:attrNameLst>
                                      </p:cBhvr>
                                      <p:to>
                                        <p:strVal val="visible"/>
                                      </p:to>
                                    </p:set>
                                    <p:anim calcmode="lin" valueType="num">
                                      <p:cBhvr additive="base">
                                        <p:cTn dur="500"/>
                                        <p:tgtEl>
                                          <p:spTgt spid="366"/>
                                        </p:tgtEl>
                                        <p:attrNameLst>
                                          <p:attrName>ppt_w</p:attrName>
                                        </p:attrNameLst>
                                      </p:cBhvr>
                                      <p:tavLst>
                                        <p:tav fmla="" tm="0">
                                          <p:val>
                                            <p:strVal val="0"/>
                                          </p:val>
                                        </p:tav>
                                        <p:tav fmla="" tm="100000">
                                          <p:val>
                                            <p:strVal val="#ppt_w"/>
                                          </p:val>
                                        </p:tav>
                                      </p:tavLst>
                                    </p:anim>
                                    <p:anim calcmode="lin" valueType="num">
                                      <p:cBhvr additive="base">
                                        <p:cTn dur="500"/>
                                        <p:tgtEl>
                                          <p:spTgt spid="36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0" st="0"/>
                                            </p:txEl>
                                          </p:spTgt>
                                        </p:tgtEl>
                                        <p:attrNameLst>
                                          <p:attrName>style.visibility</p:attrName>
                                        </p:attrNameLst>
                                      </p:cBhvr>
                                      <p:to>
                                        <p:strVal val="visible"/>
                                      </p:to>
                                    </p:set>
                                    <p:animEffect filter="fade" transition="in">
                                      <p:cBhvr>
                                        <p:cTn dur="500"/>
                                        <p:tgtEl>
                                          <p:spTgt spid="3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500"/>
                                        <p:tgtEl>
                                          <p:spTgt spid="3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